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1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CEA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1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CEA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9709" y="180339"/>
            <a:ext cx="4259580" cy="765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7352" y="1325880"/>
            <a:ext cx="10633075" cy="3444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1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218757" y="153987"/>
            <a:ext cx="36950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 i="1">
                <a:solidFill>
                  <a:srgbClr val="F1F1F1"/>
                </a:solidFill>
                <a:latin typeface="Trebuchet MS"/>
                <a:cs typeface="Trebuchet MS"/>
              </a:rPr>
              <a:t>Presented</a:t>
            </a:r>
            <a:r>
              <a:rPr dirty="0" sz="1800" spc="-135" b="1" i="1">
                <a:solidFill>
                  <a:srgbClr val="F1F1F1"/>
                </a:solidFill>
                <a:latin typeface="Trebuchet MS"/>
                <a:cs typeface="Trebuchet MS"/>
              </a:rPr>
              <a:t> </a:t>
            </a:r>
            <a:r>
              <a:rPr dirty="0" sz="1800" spc="-85" b="1" i="1">
                <a:solidFill>
                  <a:srgbClr val="F1F1F1"/>
                </a:solidFill>
                <a:latin typeface="Trebuchet MS"/>
                <a:cs typeface="Trebuchet MS"/>
              </a:rPr>
              <a:t>by</a:t>
            </a:r>
            <a:r>
              <a:rPr dirty="0" sz="1800" spc="-120" b="1" i="1">
                <a:solidFill>
                  <a:srgbClr val="F1F1F1"/>
                </a:solidFill>
                <a:latin typeface="Trebuchet MS"/>
                <a:cs typeface="Trebuchet MS"/>
              </a:rPr>
              <a:t> </a:t>
            </a:r>
            <a:r>
              <a:rPr dirty="0" sz="1800" spc="-80" b="1" i="1">
                <a:solidFill>
                  <a:srgbClr val="F1F1F1"/>
                </a:solidFill>
                <a:latin typeface="Trebuchet MS"/>
                <a:cs typeface="Trebuchet MS"/>
              </a:rPr>
              <a:t>Payal</a:t>
            </a:r>
            <a:r>
              <a:rPr dirty="0" sz="1800" spc="-130" b="1" i="1">
                <a:solidFill>
                  <a:srgbClr val="F1F1F1"/>
                </a:solidFill>
                <a:latin typeface="Trebuchet MS"/>
                <a:cs typeface="Trebuchet MS"/>
              </a:rPr>
              <a:t> </a:t>
            </a:r>
            <a:r>
              <a:rPr dirty="0" sz="1800" spc="-40" b="1" i="1">
                <a:solidFill>
                  <a:srgbClr val="F1F1F1"/>
                </a:solidFill>
                <a:latin typeface="Trebuchet MS"/>
                <a:cs typeface="Trebuchet MS"/>
              </a:rPr>
              <a:t>Navneet</a:t>
            </a:r>
            <a:r>
              <a:rPr dirty="0" sz="1800" spc="-155" b="1" i="1">
                <a:solidFill>
                  <a:srgbClr val="F1F1F1"/>
                </a:solidFill>
                <a:latin typeface="Trebuchet MS"/>
                <a:cs typeface="Trebuchet MS"/>
              </a:rPr>
              <a:t> </a:t>
            </a:r>
            <a:r>
              <a:rPr dirty="0" sz="1800" spc="-10" b="1" i="1">
                <a:solidFill>
                  <a:srgbClr val="F1F1F1"/>
                </a:solidFill>
                <a:latin typeface="Trebuchet MS"/>
                <a:cs typeface="Trebuchet MS"/>
              </a:rPr>
              <a:t>Gurave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47975" y="3200400"/>
            <a:ext cx="7267575" cy="457200"/>
          </a:xfrm>
          <a:prstGeom prst="rect"/>
          <a:solidFill>
            <a:srgbClr val="D9D9D9"/>
          </a:solidFill>
        </p:spPr>
        <p:txBody>
          <a:bodyPr wrap="square" lIns="0" tIns="2984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35"/>
              </a:spcBef>
            </a:pPr>
            <a:r>
              <a:rPr dirty="0" sz="2400" spc="-25" b="0" i="0">
                <a:latin typeface="Trebuchet MS"/>
                <a:cs typeface="Trebuchet MS"/>
              </a:rPr>
              <a:t>"Deploying</a:t>
            </a:r>
            <a:r>
              <a:rPr dirty="0" sz="2400" spc="-170" b="0" i="0">
                <a:latin typeface="Trebuchet MS"/>
                <a:cs typeface="Trebuchet MS"/>
              </a:rPr>
              <a:t> </a:t>
            </a:r>
            <a:r>
              <a:rPr dirty="0" sz="2400" spc="-50" b="0" i="0">
                <a:latin typeface="Trebuchet MS"/>
                <a:cs typeface="Trebuchet MS"/>
              </a:rPr>
              <a:t>application</a:t>
            </a:r>
            <a:r>
              <a:rPr dirty="0" sz="2400" spc="-180" b="0" i="0">
                <a:latin typeface="Trebuchet MS"/>
                <a:cs typeface="Trebuchet MS"/>
              </a:rPr>
              <a:t> </a:t>
            </a:r>
            <a:r>
              <a:rPr dirty="0" sz="2400" b="0" i="0">
                <a:latin typeface="Trebuchet MS"/>
                <a:cs typeface="Trebuchet MS"/>
              </a:rPr>
              <a:t>using</a:t>
            </a:r>
            <a:r>
              <a:rPr dirty="0" sz="2400" spc="-170" b="0" i="0">
                <a:latin typeface="Trebuchet MS"/>
                <a:cs typeface="Trebuchet MS"/>
              </a:rPr>
              <a:t> </a:t>
            </a:r>
            <a:r>
              <a:rPr dirty="0" sz="2400" b="0" i="0">
                <a:latin typeface="Trebuchet MS"/>
                <a:cs typeface="Trebuchet MS"/>
              </a:rPr>
              <a:t>CI/CD</a:t>
            </a:r>
            <a:r>
              <a:rPr dirty="0" sz="2400" spc="-114" b="0" i="0">
                <a:latin typeface="Trebuchet MS"/>
                <a:cs typeface="Trebuchet MS"/>
              </a:rPr>
              <a:t> </a:t>
            </a:r>
            <a:r>
              <a:rPr dirty="0" sz="2400" spc="-10" b="0" i="0">
                <a:latin typeface="Trebuchet MS"/>
                <a:cs typeface="Trebuchet MS"/>
              </a:rPr>
              <a:t>pipeline"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7850" y="4663229"/>
            <a:ext cx="5184775" cy="141795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2000" spc="-10" b="1">
                <a:solidFill>
                  <a:srgbClr val="FFFFFF"/>
                </a:solidFill>
                <a:latin typeface="Trebuchet MS"/>
                <a:cs typeface="Trebuchet MS"/>
              </a:rPr>
              <a:t>Title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ts val="3829"/>
              </a:lnSpc>
              <a:spcBef>
                <a:spcPts val="730"/>
              </a:spcBef>
            </a:pPr>
            <a:r>
              <a:rPr dirty="0" sz="3400" spc="-100" b="1" i="1">
                <a:solidFill>
                  <a:srgbClr val="FFFFFF"/>
                </a:solidFill>
                <a:latin typeface="Palatino Linotype"/>
                <a:cs typeface="Palatino Linotype"/>
              </a:rPr>
              <a:t>Finance</a:t>
            </a:r>
            <a:r>
              <a:rPr dirty="0" sz="3400" spc="-40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-260" b="1" i="1">
                <a:solidFill>
                  <a:srgbClr val="FFFFFF"/>
                </a:solidFill>
                <a:latin typeface="Palatino Linotype"/>
                <a:cs typeface="Palatino Linotype"/>
              </a:rPr>
              <a:t>Data</a:t>
            </a:r>
            <a:r>
              <a:rPr dirty="0" sz="3400" spc="-5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-110" b="1" i="1">
                <a:solidFill>
                  <a:srgbClr val="FFFFFF"/>
                </a:solidFill>
                <a:latin typeface="Palatino Linotype"/>
                <a:cs typeface="Palatino Linotype"/>
              </a:rPr>
              <a:t>Processing</a:t>
            </a:r>
            <a:r>
              <a:rPr dirty="0" sz="3400" spc="-60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-140" b="1" i="1">
                <a:solidFill>
                  <a:srgbClr val="FFFFFF"/>
                </a:solidFill>
                <a:latin typeface="Palatino Linotype"/>
                <a:cs typeface="Palatino Linotype"/>
              </a:rPr>
              <a:t>and </a:t>
            </a:r>
            <a:r>
              <a:rPr dirty="0" sz="3400" spc="-110" b="1" i="1">
                <a:solidFill>
                  <a:srgbClr val="FFFFFF"/>
                </a:solidFill>
                <a:latin typeface="Palatino Linotype"/>
                <a:cs typeface="Palatino Linotype"/>
              </a:rPr>
              <a:t>Access</a:t>
            </a:r>
            <a:r>
              <a:rPr dirty="0" sz="3400" spc="-60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-150" b="1" i="1">
                <a:solidFill>
                  <a:srgbClr val="FFFFFF"/>
                </a:solidFill>
                <a:latin typeface="Palatino Linotype"/>
                <a:cs typeface="Palatino Linotype"/>
              </a:rPr>
              <a:t>Control</a:t>
            </a:r>
            <a:r>
              <a:rPr dirty="0" sz="3400" spc="-60" b="1" i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3400" spc="-10" b="1" i="1">
                <a:solidFill>
                  <a:srgbClr val="FFFFFF"/>
                </a:solidFill>
                <a:latin typeface="Palatino Linotype"/>
                <a:cs typeface="Palatino Linotype"/>
              </a:rPr>
              <a:t>System</a:t>
            </a:r>
            <a:endParaRPr sz="3400">
              <a:latin typeface="Palatino Linotype"/>
              <a:cs typeface="Palatino Linotype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9268" y="5813131"/>
            <a:ext cx="114673" cy="110739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4141901" y="5688456"/>
            <a:ext cx="1089660" cy="996950"/>
          </a:xfrm>
          <a:custGeom>
            <a:avLst/>
            <a:gdLst/>
            <a:ahLst/>
            <a:cxnLst/>
            <a:rect l="l" t="t" r="r" b="b"/>
            <a:pathLst>
              <a:path w="1089660" h="996950">
                <a:moveTo>
                  <a:pt x="989066" y="830548"/>
                </a:moveTo>
                <a:lnTo>
                  <a:pt x="100343" y="830548"/>
                </a:lnTo>
                <a:lnTo>
                  <a:pt x="100343" y="872371"/>
                </a:lnTo>
                <a:lnTo>
                  <a:pt x="0" y="941602"/>
                </a:lnTo>
                <a:lnTo>
                  <a:pt x="0" y="996660"/>
                </a:lnTo>
                <a:lnTo>
                  <a:pt x="1089406" y="996660"/>
                </a:lnTo>
                <a:lnTo>
                  <a:pt x="1089406" y="968973"/>
                </a:lnTo>
                <a:lnTo>
                  <a:pt x="28668" y="968973"/>
                </a:lnTo>
                <a:lnTo>
                  <a:pt x="28668" y="955850"/>
                </a:lnTo>
                <a:lnTo>
                  <a:pt x="69821" y="927446"/>
                </a:lnTo>
                <a:lnTo>
                  <a:pt x="1068889" y="927446"/>
                </a:lnTo>
                <a:lnTo>
                  <a:pt x="1028817" y="899798"/>
                </a:lnTo>
                <a:lnTo>
                  <a:pt x="109957" y="899798"/>
                </a:lnTo>
                <a:lnTo>
                  <a:pt x="129012" y="886620"/>
                </a:lnTo>
                <a:lnTo>
                  <a:pt x="129012" y="858233"/>
                </a:lnTo>
                <a:lnTo>
                  <a:pt x="989066" y="858233"/>
                </a:lnTo>
                <a:lnTo>
                  <a:pt x="989066" y="830548"/>
                </a:lnTo>
                <a:close/>
              </a:path>
              <a:path w="1089660" h="996950">
                <a:moveTo>
                  <a:pt x="1068889" y="927446"/>
                </a:moveTo>
                <a:lnTo>
                  <a:pt x="1019646" y="927446"/>
                </a:lnTo>
                <a:lnTo>
                  <a:pt x="1060737" y="955850"/>
                </a:lnTo>
                <a:lnTo>
                  <a:pt x="1060737" y="968973"/>
                </a:lnTo>
                <a:lnTo>
                  <a:pt x="1089406" y="968973"/>
                </a:lnTo>
                <a:lnTo>
                  <a:pt x="1089406" y="941602"/>
                </a:lnTo>
                <a:lnTo>
                  <a:pt x="1068889" y="927446"/>
                </a:lnTo>
                <a:close/>
              </a:path>
              <a:path w="1089660" h="996950">
                <a:moveTo>
                  <a:pt x="989066" y="858233"/>
                </a:moveTo>
                <a:lnTo>
                  <a:pt x="960398" y="858233"/>
                </a:lnTo>
                <a:lnTo>
                  <a:pt x="960398" y="886620"/>
                </a:lnTo>
                <a:lnTo>
                  <a:pt x="979434" y="899798"/>
                </a:lnTo>
                <a:lnTo>
                  <a:pt x="1028817" y="899798"/>
                </a:lnTo>
                <a:lnTo>
                  <a:pt x="989066" y="872371"/>
                </a:lnTo>
                <a:lnTo>
                  <a:pt x="989066" y="858233"/>
                </a:lnTo>
                <a:close/>
              </a:path>
              <a:path w="1089660" h="996950">
                <a:moveTo>
                  <a:pt x="186348" y="401431"/>
                </a:moveTo>
                <a:lnTo>
                  <a:pt x="157680" y="401431"/>
                </a:lnTo>
                <a:lnTo>
                  <a:pt x="157680" y="830548"/>
                </a:lnTo>
                <a:lnTo>
                  <a:pt x="186348" y="830548"/>
                </a:lnTo>
                <a:lnTo>
                  <a:pt x="186348" y="401431"/>
                </a:lnTo>
                <a:close/>
              </a:path>
              <a:path w="1089660" h="996950">
                <a:moveTo>
                  <a:pt x="243685" y="401431"/>
                </a:moveTo>
                <a:lnTo>
                  <a:pt x="215017" y="401431"/>
                </a:lnTo>
                <a:lnTo>
                  <a:pt x="215017" y="830548"/>
                </a:lnTo>
                <a:lnTo>
                  <a:pt x="243685" y="830548"/>
                </a:lnTo>
                <a:lnTo>
                  <a:pt x="243685" y="401431"/>
                </a:lnTo>
                <a:close/>
              </a:path>
              <a:path w="1089660" h="996950">
                <a:moveTo>
                  <a:pt x="358359" y="401431"/>
                </a:moveTo>
                <a:lnTo>
                  <a:pt x="329691" y="401431"/>
                </a:lnTo>
                <a:lnTo>
                  <a:pt x="329691" y="830548"/>
                </a:lnTo>
                <a:lnTo>
                  <a:pt x="358359" y="830548"/>
                </a:lnTo>
                <a:lnTo>
                  <a:pt x="358359" y="401431"/>
                </a:lnTo>
                <a:close/>
              </a:path>
              <a:path w="1089660" h="996950">
                <a:moveTo>
                  <a:pt x="415696" y="401431"/>
                </a:moveTo>
                <a:lnTo>
                  <a:pt x="387028" y="401431"/>
                </a:lnTo>
                <a:lnTo>
                  <a:pt x="387028" y="830548"/>
                </a:lnTo>
                <a:lnTo>
                  <a:pt x="415696" y="830548"/>
                </a:lnTo>
                <a:lnTo>
                  <a:pt x="415696" y="401431"/>
                </a:lnTo>
                <a:close/>
              </a:path>
              <a:path w="1089660" h="996950">
                <a:moveTo>
                  <a:pt x="530370" y="401431"/>
                </a:moveTo>
                <a:lnTo>
                  <a:pt x="501702" y="401431"/>
                </a:lnTo>
                <a:lnTo>
                  <a:pt x="501702" y="830548"/>
                </a:lnTo>
                <a:lnTo>
                  <a:pt x="530370" y="830548"/>
                </a:lnTo>
                <a:lnTo>
                  <a:pt x="530370" y="401431"/>
                </a:lnTo>
                <a:close/>
              </a:path>
              <a:path w="1089660" h="996950">
                <a:moveTo>
                  <a:pt x="587707" y="401431"/>
                </a:moveTo>
                <a:lnTo>
                  <a:pt x="559039" y="401431"/>
                </a:lnTo>
                <a:lnTo>
                  <a:pt x="559039" y="830548"/>
                </a:lnTo>
                <a:lnTo>
                  <a:pt x="587707" y="830548"/>
                </a:lnTo>
                <a:lnTo>
                  <a:pt x="587707" y="401431"/>
                </a:lnTo>
                <a:close/>
              </a:path>
              <a:path w="1089660" h="996950">
                <a:moveTo>
                  <a:pt x="702381" y="401431"/>
                </a:moveTo>
                <a:lnTo>
                  <a:pt x="673713" y="401431"/>
                </a:lnTo>
                <a:lnTo>
                  <a:pt x="673713" y="830548"/>
                </a:lnTo>
                <a:lnTo>
                  <a:pt x="702381" y="830548"/>
                </a:lnTo>
                <a:lnTo>
                  <a:pt x="702381" y="401431"/>
                </a:lnTo>
                <a:close/>
              </a:path>
              <a:path w="1089660" h="996950">
                <a:moveTo>
                  <a:pt x="759718" y="401431"/>
                </a:moveTo>
                <a:lnTo>
                  <a:pt x="731050" y="401431"/>
                </a:lnTo>
                <a:lnTo>
                  <a:pt x="731050" y="830548"/>
                </a:lnTo>
                <a:lnTo>
                  <a:pt x="759718" y="830548"/>
                </a:lnTo>
                <a:lnTo>
                  <a:pt x="759718" y="401431"/>
                </a:lnTo>
                <a:close/>
              </a:path>
              <a:path w="1089660" h="996950">
                <a:moveTo>
                  <a:pt x="874392" y="401431"/>
                </a:moveTo>
                <a:lnTo>
                  <a:pt x="845724" y="401431"/>
                </a:lnTo>
                <a:lnTo>
                  <a:pt x="845724" y="830548"/>
                </a:lnTo>
                <a:lnTo>
                  <a:pt x="874392" y="830548"/>
                </a:lnTo>
                <a:lnTo>
                  <a:pt x="874392" y="401431"/>
                </a:lnTo>
                <a:close/>
              </a:path>
              <a:path w="1089660" h="996950">
                <a:moveTo>
                  <a:pt x="931729" y="401431"/>
                </a:moveTo>
                <a:lnTo>
                  <a:pt x="903061" y="401431"/>
                </a:lnTo>
                <a:lnTo>
                  <a:pt x="903061" y="830548"/>
                </a:lnTo>
                <a:lnTo>
                  <a:pt x="931729" y="830548"/>
                </a:lnTo>
                <a:lnTo>
                  <a:pt x="931729" y="401431"/>
                </a:lnTo>
                <a:close/>
              </a:path>
              <a:path w="1089660" h="996950">
                <a:moveTo>
                  <a:pt x="129011" y="332219"/>
                </a:moveTo>
                <a:lnTo>
                  <a:pt x="100343" y="332219"/>
                </a:lnTo>
                <a:lnTo>
                  <a:pt x="100343" y="401431"/>
                </a:lnTo>
                <a:lnTo>
                  <a:pt x="989066" y="401431"/>
                </a:lnTo>
                <a:lnTo>
                  <a:pt x="989066" y="373746"/>
                </a:lnTo>
                <a:lnTo>
                  <a:pt x="129011" y="373746"/>
                </a:lnTo>
                <a:lnTo>
                  <a:pt x="129011" y="332219"/>
                </a:lnTo>
                <a:close/>
              </a:path>
              <a:path w="1089660" h="996950">
                <a:moveTo>
                  <a:pt x="989066" y="332219"/>
                </a:moveTo>
                <a:lnTo>
                  <a:pt x="960398" y="332219"/>
                </a:lnTo>
                <a:lnTo>
                  <a:pt x="960398" y="373746"/>
                </a:lnTo>
                <a:lnTo>
                  <a:pt x="989066" y="373746"/>
                </a:lnTo>
                <a:lnTo>
                  <a:pt x="989066" y="332219"/>
                </a:lnTo>
                <a:close/>
              </a:path>
              <a:path w="1089660" h="996950">
                <a:moveTo>
                  <a:pt x="544704" y="0"/>
                </a:moveTo>
                <a:lnTo>
                  <a:pt x="28668" y="304534"/>
                </a:lnTo>
                <a:lnTo>
                  <a:pt x="28668" y="332219"/>
                </a:lnTo>
                <a:lnTo>
                  <a:pt x="1060737" y="332219"/>
                </a:lnTo>
                <a:lnTo>
                  <a:pt x="1060737" y="304534"/>
                </a:lnTo>
                <a:lnTo>
                  <a:pt x="83997" y="304534"/>
                </a:lnTo>
                <a:lnTo>
                  <a:pt x="84059" y="304294"/>
                </a:lnTo>
                <a:lnTo>
                  <a:pt x="544704" y="32483"/>
                </a:lnTo>
                <a:lnTo>
                  <a:pt x="599748" y="32483"/>
                </a:lnTo>
                <a:lnTo>
                  <a:pt x="544704" y="0"/>
                </a:lnTo>
                <a:close/>
              </a:path>
              <a:path w="1089660" h="996950">
                <a:moveTo>
                  <a:pt x="599748" y="32483"/>
                </a:moveTo>
                <a:lnTo>
                  <a:pt x="544704" y="32483"/>
                </a:lnTo>
                <a:lnTo>
                  <a:pt x="1005322" y="304294"/>
                </a:lnTo>
                <a:lnTo>
                  <a:pt x="1005460" y="304534"/>
                </a:lnTo>
                <a:lnTo>
                  <a:pt x="1060737" y="304534"/>
                </a:lnTo>
                <a:lnTo>
                  <a:pt x="599748" y="324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600" rIns="0" bIns="0" rtlCol="0" vert="horz">
            <a:spAutoFit/>
          </a:bodyPr>
          <a:lstStyle/>
          <a:p>
            <a:pPr marL="185420">
              <a:lnSpc>
                <a:spcPct val="100000"/>
              </a:lnSpc>
              <a:spcBef>
                <a:spcPts val="130"/>
              </a:spcBef>
              <a:tabLst>
                <a:tab pos="2213610" algn="l"/>
              </a:tabLst>
            </a:pPr>
            <a:r>
              <a:rPr dirty="0" sz="3950" spc="310" i="0">
                <a:latin typeface="Calibri"/>
                <a:cs typeface="Calibri"/>
              </a:rPr>
              <a:t>Project</a:t>
            </a:r>
            <a:r>
              <a:rPr dirty="0" sz="3950" i="0">
                <a:latin typeface="Calibri"/>
                <a:cs typeface="Calibri"/>
              </a:rPr>
              <a:t>	</a:t>
            </a:r>
            <a:r>
              <a:rPr dirty="0" sz="3950" spc="-10" i="0">
                <a:latin typeface="Calibri"/>
                <a:cs typeface="Calibri"/>
              </a:rPr>
              <a:t>Overview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293729" y="3892232"/>
            <a:ext cx="68643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20" i="1">
                <a:latin typeface="Constantia"/>
                <a:cs typeface="Constantia"/>
              </a:rPr>
              <a:t>with</a:t>
            </a:r>
            <a:endParaRPr sz="2750">
              <a:latin typeface="Constantia"/>
              <a:cs typeface="Constant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Secure</a:t>
            </a:r>
            <a:r>
              <a:rPr dirty="0" spc="165"/>
              <a:t> </a:t>
            </a:r>
            <a:r>
              <a:rPr dirty="0"/>
              <a:t>web-based</a:t>
            </a:r>
            <a:r>
              <a:rPr dirty="0" spc="160"/>
              <a:t> </a:t>
            </a:r>
            <a:r>
              <a:rPr dirty="0"/>
              <a:t>financial</a:t>
            </a:r>
            <a:r>
              <a:rPr dirty="0" spc="100"/>
              <a:t> </a:t>
            </a:r>
            <a:r>
              <a:rPr dirty="0" spc="-10"/>
              <a:t>dashboard</a:t>
            </a: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Designed</a:t>
            </a:r>
            <a:r>
              <a:rPr dirty="0" spc="140"/>
              <a:t> </a:t>
            </a:r>
            <a:r>
              <a:rPr dirty="0"/>
              <a:t>for</a:t>
            </a:r>
            <a:r>
              <a:rPr dirty="0" spc="100"/>
              <a:t> </a:t>
            </a:r>
            <a:r>
              <a:rPr dirty="0"/>
              <a:t>organizations</a:t>
            </a:r>
            <a:r>
              <a:rPr dirty="0" spc="110"/>
              <a:t> </a:t>
            </a:r>
            <a:r>
              <a:rPr dirty="0"/>
              <a:t>with</a:t>
            </a:r>
            <a:r>
              <a:rPr dirty="0" spc="110"/>
              <a:t> </a:t>
            </a:r>
            <a:r>
              <a:rPr dirty="0"/>
              <a:t>multiple</a:t>
            </a:r>
            <a:r>
              <a:rPr dirty="0" spc="155"/>
              <a:t> </a:t>
            </a:r>
            <a:r>
              <a:rPr dirty="0"/>
              <a:t>user</a:t>
            </a:r>
            <a:r>
              <a:rPr dirty="0" spc="165"/>
              <a:t> </a:t>
            </a:r>
            <a:r>
              <a:rPr dirty="0" spc="-10"/>
              <a:t>roles</a:t>
            </a: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Manages</a:t>
            </a:r>
            <a:r>
              <a:rPr dirty="0" spc="45"/>
              <a:t> </a:t>
            </a:r>
            <a:r>
              <a:rPr dirty="0"/>
              <a:t>income,</a:t>
            </a:r>
            <a:r>
              <a:rPr dirty="0" spc="90"/>
              <a:t> </a:t>
            </a:r>
            <a:r>
              <a:rPr dirty="0"/>
              <a:t>expenses,</a:t>
            </a:r>
            <a:r>
              <a:rPr dirty="0" spc="110"/>
              <a:t> </a:t>
            </a:r>
            <a:r>
              <a:rPr dirty="0"/>
              <a:t>and</a:t>
            </a:r>
            <a:r>
              <a:rPr dirty="0" spc="75"/>
              <a:t> </a:t>
            </a:r>
            <a:r>
              <a:rPr dirty="0"/>
              <a:t>financial</a:t>
            </a:r>
            <a:r>
              <a:rPr dirty="0" spc="85"/>
              <a:t> </a:t>
            </a:r>
            <a:r>
              <a:rPr dirty="0"/>
              <a:t>records</a:t>
            </a:r>
            <a:r>
              <a:rPr dirty="0" spc="114"/>
              <a:t> </a:t>
            </a:r>
            <a:r>
              <a:rPr dirty="0"/>
              <a:t>in</a:t>
            </a:r>
            <a:r>
              <a:rPr dirty="0" spc="90"/>
              <a:t> </a:t>
            </a:r>
            <a:r>
              <a:rPr dirty="0"/>
              <a:t>one</a:t>
            </a:r>
            <a:r>
              <a:rPr dirty="0" spc="105"/>
              <a:t> </a:t>
            </a:r>
            <a:r>
              <a:rPr dirty="0" spc="-10"/>
              <a:t>place</a:t>
            </a: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Provides</a:t>
            </a:r>
            <a:r>
              <a:rPr dirty="0" spc="95"/>
              <a:t> </a:t>
            </a:r>
            <a:r>
              <a:rPr dirty="0"/>
              <a:t>analytics</a:t>
            </a:r>
            <a:r>
              <a:rPr dirty="0" spc="105"/>
              <a:t> </a:t>
            </a:r>
            <a:r>
              <a:rPr dirty="0"/>
              <a:t>and</a:t>
            </a:r>
            <a:r>
              <a:rPr dirty="0" spc="95"/>
              <a:t> </a:t>
            </a:r>
            <a:r>
              <a:rPr dirty="0"/>
              <a:t>insights</a:t>
            </a:r>
            <a:r>
              <a:rPr dirty="0" spc="95"/>
              <a:t> </a:t>
            </a:r>
            <a:r>
              <a:rPr dirty="0"/>
              <a:t>through</a:t>
            </a:r>
            <a:r>
              <a:rPr dirty="0" spc="65"/>
              <a:t> </a:t>
            </a:r>
            <a:r>
              <a:rPr dirty="0" spc="-10"/>
              <a:t>dashboard</a:t>
            </a: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Supports</a:t>
            </a:r>
            <a:r>
              <a:rPr dirty="0" spc="100"/>
              <a:t> </a:t>
            </a:r>
            <a:r>
              <a:rPr dirty="0"/>
              <a:t>three</a:t>
            </a:r>
            <a:r>
              <a:rPr dirty="0" spc="65"/>
              <a:t> </a:t>
            </a:r>
            <a:r>
              <a:rPr dirty="0"/>
              <a:t>roles:</a:t>
            </a:r>
            <a:r>
              <a:rPr dirty="0" spc="-30"/>
              <a:t> </a:t>
            </a:r>
            <a:r>
              <a:rPr dirty="0"/>
              <a:t>Viewer,</a:t>
            </a:r>
            <a:r>
              <a:rPr dirty="0" spc="-5"/>
              <a:t> </a:t>
            </a:r>
            <a:r>
              <a:rPr dirty="0"/>
              <a:t>Analyst,</a:t>
            </a:r>
            <a:r>
              <a:rPr dirty="0" spc="15"/>
              <a:t> </a:t>
            </a:r>
            <a:r>
              <a:rPr dirty="0" spc="-10"/>
              <a:t>Admin</a:t>
            </a: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/>
              <a:t>Strong</a:t>
            </a:r>
            <a:r>
              <a:rPr dirty="0" spc="90"/>
              <a:t> </a:t>
            </a:r>
            <a:r>
              <a:rPr dirty="0"/>
              <a:t>API-level</a:t>
            </a:r>
            <a:r>
              <a:rPr dirty="0" spc="85"/>
              <a:t> </a:t>
            </a:r>
            <a:r>
              <a:rPr dirty="0"/>
              <a:t>security</a:t>
            </a:r>
            <a:r>
              <a:rPr dirty="0" spc="105"/>
              <a:t> </a:t>
            </a:r>
            <a:r>
              <a:rPr dirty="0"/>
              <a:t>prevents</a:t>
            </a:r>
            <a:r>
              <a:rPr dirty="0" spc="105"/>
              <a:t> </a:t>
            </a:r>
            <a:r>
              <a:rPr dirty="0"/>
              <a:t>unauthorized</a:t>
            </a:r>
            <a:r>
              <a:rPr dirty="0" spc="95"/>
              <a:t> </a:t>
            </a:r>
            <a:r>
              <a:rPr dirty="0" spc="-10"/>
              <a:t>access</a:t>
            </a:r>
          </a:p>
          <a:p>
            <a:pPr marL="469900" marR="5080" indent="-457834">
              <a:lnSpc>
                <a:spcPct val="102299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  <a:tab pos="1478280" algn="l"/>
                <a:tab pos="2584450" algn="l"/>
                <a:tab pos="3712210" algn="l"/>
                <a:tab pos="5577205" algn="l"/>
                <a:tab pos="6423025" algn="l"/>
                <a:tab pos="9119235" algn="l"/>
              </a:tabLst>
            </a:pPr>
            <a:r>
              <a:rPr dirty="0" spc="-10"/>
              <a:t>Built</a:t>
            </a:r>
            <a:r>
              <a:rPr dirty="0"/>
              <a:t>	</a:t>
            </a:r>
            <a:r>
              <a:rPr dirty="0" spc="-20"/>
              <a:t>using</a:t>
            </a:r>
            <a:r>
              <a:rPr dirty="0"/>
              <a:t>	</a:t>
            </a:r>
            <a:r>
              <a:rPr dirty="0" spc="-20"/>
              <a:t>React</a:t>
            </a:r>
            <a:r>
              <a:rPr dirty="0"/>
              <a:t>	(</a:t>
            </a:r>
            <a:r>
              <a:rPr dirty="0" spc="-405"/>
              <a:t> </a:t>
            </a:r>
            <a:r>
              <a:rPr dirty="0" spc="-10"/>
              <a:t>frontend)</a:t>
            </a:r>
            <a:r>
              <a:rPr dirty="0"/>
              <a:t>	</a:t>
            </a:r>
            <a:r>
              <a:rPr dirty="0" spc="-25"/>
              <a:t>and</a:t>
            </a:r>
            <a:r>
              <a:rPr dirty="0"/>
              <a:t>	</a:t>
            </a:r>
            <a:r>
              <a:rPr dirty="0" spc="-10"/>
              <a:t>Node.js/Express</a:t>
            </a:r>
            <a:r>
              <a:rPr dirty="0"/>
              <a:t>	</a:t>
            </a:r>
            <a:r>
              <a:rPr dirty="0" spc="-10"/>
              <a:t>(backend) MongoDB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F47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3581" rIns="0" bIns="0" rtlCol="0" vert="horz">
            <a:spAutoFit/>
          </a:bodyPr>
          <a:lstStyle/>
          <a:p>
            <a:pPr marL="241935">
              <a:lnSpc>
                <a:spcPct val="100000"/>
              </a:lnSpc>
              <a:spcBef>
                <a:spcPts val="105"/>
              </a:spcBef>
            </a:pPr>
            <a:r>
              <a:rPr dirty="0" sz="3600" spc="210" i="0">
                <a:solidFill>
                  <a:srgbClr val="FFFFFF"/>
                </a:solidFill>
                <a:latin typeface="Calibri"/>
                <a:cs typeface="Calibri"/>
              </a:rPr>
              <a:t>Objectives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448050" y="1457325"/>
            <a:ext cx="4545330" cy="3943350"/>
            <a:chOff x="3448050" y="1457325"/>
            <a:chExt cx="4545330" cy="39433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48050" y="1457325"/>
              <a:ext cx="3943350" cy="394335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424551" y="1852675"/>
              <a:ext cx="2562225" cy="704850"/>
            </a:xfrm>
            <a:custGeom>
              <a:avLst/>
              <a:gdLst/>
              <a:ahLst/>
              <a:cxnLst/>
              <a:rect l="l" t="t" r="r" b="b"/>
              <a:pathLst>
                <a:path w="2562225" h="704850">
                  <a:moveTo>
                    <a:pt x="2445384" y="0"/>
                  </a:moveTo>
                  <a:lnTo>
                    <a:pt x="116712" y="0"/>
                  </a:lnTo>
                  <a:lnTo>
                    <a:pt x="71258" y="9229"/>
                  </a:lnTo>
                  <a:lnTo>
                    <a:pt x="34162" y="34401"/>
                  </a:lnTo>
                  <a:lnTo>
                    <a:pt x="9163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163" y="633001"/>
                  </a:lnTo>
                  <a:lnTo>
                    <a:pt x="34162" y="670385"/>
                  </a:lnTo>
                  <a:lnTo>
                    <a:pt x="71258" y="695600"/>
                  </a:lnTo>
                  <a:lnTo>
                    <a:pt x="116712" y="704850"/>
                  </a:lnTo>
                  <a:lnTo>
                    <a:pt x="2445384" y="704850"/>
                  </a:lnTo>
                  <a:lnTo>
                    <a:pt x="2490858" y="695600"/>
                  </a:lnTo>
                  <a:lnTo>
                    <a:pt x="2527998" y="670385"/>
                  </a:lnTo>
                  <a:lnTo>
                    <a:pt x="2553041" y="633001"/>
                  </a:lnTo>
                  <a:lnTo>
                    <a:pt x="2562225" y="587248"/>
                  </a:lnTo>
                  <a:lnTo>
                    <a:pt x="2562225" y="117475"/>
                  </a:lnTo>
                  <a:lnTo>
                    <a:pt x="2553041" y="71741"/>
                  </a:lnTo>
                  <a:lnTo>
                    <a:pt x="2527998" y="34401"/>
                  </a:lnTo>
                  <a:lnTo>
                    <a:pt x="2490858" y="9229"/>
                  </a:lnTo>
                  <a:lnTo>
                    <a:pt x="24453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424551" y="1852675"/>
              <a:ext cx="2562225" cy="704850"/>
            </a:xfrm>
            <a:custGeom>
              <a:avLst/>
              <a:gdLst/>
              <a:ahLst/>
              <a:cxnLst/>
              <a:rect l="l" t="t" r="r" b="b"/>
              <a:pathLst>
                <a:path w="2562225" h="704850">
                  <a:moveTo>
                    <a:pt x="0" y="117475"/>
                  </a:moveTo>
                  <a:lnTo>
                    <a:pt x="9163" y="71741"/>
                  </a:lnTo>
                  <a:lnTo>
                    <a:pt x="34162" y="34401"/>
                  </a:lnTo>
                  <a:lnTo>
                    <a:pt x="71258" y="9229"/>
                  </a:lnTo>
                  <a:lnTo>
                    <a:pt x="116712" y="0"/>
                  </a:lnTo>
                  <a:lnTo>
                    <a:pt x="2445384" y="0"/>
                  </a:lnTo>
                  <a:lnTo>
                    <a:pt x="2490858" y="9229"/>
                  </a:lnTo>
                  <a:lnTo>
                    <a:pt x="2527998" y="34401"/>
                  </a:lnTo>
                  <a:lnTo>
                    <a:pt x="2553041" y="71741"/>
                  </a:lnTo>
                  <a:lnTo>
                    <a:pt x="2562225" y="117475"/>
                  </a:lnTo>
                  <a:lnTo>
                    <a:pt x="2562225" y="587248"/>
                  </a:lnTo>
                  <a:lnTo>
                    <a:pt x="2553041" y="633001"/>
                  </a:lnTo>
                  <a:lnTo>
                    <a:pt x="2527998" y="670385"/>
                  </a:lnTo>
                  <a:lnTo>
                    <a:pt x="2490858" y="695600"/>
                  </a:lnTo>
                  <a:lnTo>
                    <a:pt x="2445384" y="704850"/>
                  </a:lnTo>
                  <a:lnTo>
                    <a:pt x="116712" y="704850"/>
                  </a:lnTo>
                  <a:lnTo>
                    <a:pt x="71258" y="695600"/>
                  </a:lnTo>
                  <a:lnTo>
                    <a:pt x="34162" y="670385"/>
                  </a:lnTo>
                  <a:lnTo>
                    <a:pt x="9163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12701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424551" y="2643250"/>
              <a:ext cx="2562225" cy="704850"/>
            </a:xfrm>
            <a:custGeom>
              <a:avLst/>
              <a:gdLst/>
              <a:ahLst/>
              <a:cxnLst/>
              <a:rect l="l" t="t" r="r" b="b"/>
              <a:pathLst>
                <a:path w="2562225" h="704850">
                  <a:moveTo>
                    <a:pt x="2445384" y="0"/>
                  </a:moveTo>
                  <a:lnTo>
                    <a:pt x="116712" y="0"/>
                  </a:lnTo>
                  <a:lnTo>
                    <a:pt x="71258" y="9229"/>
                  </a:lnTo>
                  <a:lnTo>
                    <a:pt x="34162" y="34401"/>
                  </a:lnTo>
                  <a:lnTo>
                    <a:pt x="9163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163" y="633001"/>
                  </a:lnTo>
                  <a:lnTo>
                    <a:pt x="34162" y="670385"/>
                  </a:lnTo>
                  <a:lnTo>
                    <a:pt x="71258" y="695600"/>
                  </a:lnTo>
                  <a:lnTo>
                    <a:pt x="116712" y="704850"/>
                  </a:lnTo>
                  <a:lnTo>
                    <a:pt x="2445384" y="704850"/>
                  </a:lnTo>
                  <a:lnTo>
                    <a:pt x="2490858" y="695600"/>
                  </a:lnTo>
                  <a:lnTo>
                    <a:pt x="2527998" y="670385"/>
                  </a:lnTo>
                  <a:lnTo>
                    <a:pt x="2553041" y="633001"/>
                  </a:lnTo>
                  <a:lnTo>
                    <a:pt x="2562225" y="587248"/>
                  </a:lnTo>
                  <a:lnTo>
                    <a:pt x="2562225" y="117475"/>
                  </a:lnTo>
                  <a:lnTo>
                    <a:pt x="2553041" y="71741"/>
                  </a:lnTo>
                  <a:lnTo>
                    <a:pt x="2527998" y="34401"/>
                  </a:lnTo>
                  <a:lnTo>
                    <a:pt x="2490858" y="9229"/>
                  </a:lnTo>
                  <a:lnTo>
                    <a:pt x="24453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424551" y="2643250"/>
              <a:ext cx="2562225" cy="704850"/>
            </a:xfrm>
            <a:custGeom>
              <a:avLst/>
              <a:gdLst/>
              <a:ahLst/>
              <a:cxnLst/>
              <a:rect l="l" t="t" r="r" b="b"/>
              <a:pathLst>
                <a:path w="2562225" h="704850">
                  <a:moveTo>
                    <a:pt x="0" y="117475"/>
                  </a:moveTo>
                  <a:lnTo>
                    <a:pt x="9163" y="71741"/>
                  </a:lnTo>
                  <a:lnTo>
                    <a:pt x="34162" y="34401"/>
                  </a:lnTo>
                  <a:lnTo>
                    <a:pt x="71258" y="9229"/>
                  </a:lnTo>
                  <a:lnTo>
                    <a:pt x="116712" y="0"/>
                  </a:lnTo>
                  <a:lnTo>
                    <a:pt x="2445384" y="0"/>
                  </a:lnTo>
                  <a:lnTo>
                    <a:pt x="2490858" y="9229"/>
                  </a:lnTo>
                  <a:lnTo>
                    <a:pt x="2527998" y="34401"/>
                  </a:lnTo>
                  <a:lnTo>
                    <a:pt x="2553041" y="71741"/>
                  </a:lnTo>
                  <a:lnTo>
                    <a:pt x="2562225" y="117475"/>
                  </a:lnTo>
                  <a:lnTo>
                    <a:pt x="2562225" y="587248"/>
                  </a:lnTo>
                  <a:lnTo>
                    <a:pt x="2553041" y="633001"/>
                  </a:lnTo>
                  <a:lnTo>
                    <a:pt x="2527998" y="670385"/>
                  </a:lnTo>
                  <a:lnTo>
                    <a:pt x="2490858" y="695600"/>
                  </a:lnTo>
                  <a:lnTo>
                    <a:pt x="2445384" y="704850"/>
                  </a:lnTo>
                  <a:lnTo>
                    <a:pt x="116712" y="704850"/>
                  </a:lnTo>
                  <a:lnTo>
                    <a:pt x="71258" y="695600"/>
                  </a:lnTo>
                  <a:lnTo>
                    <a:pt x="34162" y="670385"/>
                  </a:lnTo>
                  <a:lnTo>
                    <a:pt x="9163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12701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424551" y="3433826"/>
              <a:ext cx="2562225" cy="704850"/>
            </a:xfrm>
            <a:custGeom>
              <a:avLst/>
              <a:gdLst/>
              <a:ahLst/>
              <a:cxnLst/>
              <a:rect l="l" t="t" r="r" b="b"/>
              <a:pathLst>
                <a:path w="2562225" h="704850">
                  <a:moveTo>
                    <a:pt x="2445384" y="0"/>
                  </a:moveTo>
                  <a:lnTo>
                    <a:pt x="116712" y="0"/>
                  </a:lnTo>
                  <a:lnTo>
                    <a:pt x="71258" y="9229"/>
                  </a:lnTo>
                  <a:lnTo>
                    <a:pt x="34162" y="34401"/>
                  </a:lnTo>
                  <a:lnTo>
                    <a:pt x="9163" y="71741"/>
                  </a:lnTo>
                  <a:lnTo>
                    <a:pt x="0" y="117475"/>
                  </a:lnTo>
                  <a:lnTo>
                    <a:pt x="0" y="587248"/>
                  </a:lnTo>
                  <a:lnTo>
                    <a:pt x="9163" y="633001"/>
                  </a:lnTo>
                  <a:lnTo>
                    <a:pt x="34162" y="670385"/>
                  </a:lnTo>
                  <a:lnTo>
                    <a:pt x="71258" y="695600"/>
                  </a:lnTo>
                  <a:lnTo>
                    <a:pt x="116712" y="704850"/>
                  </a:lnTo>
                  <a:lnTo>
                    <a:pt x="2445384" y="704850"/>
                  </a:lnTo>
                  <a:lnTo>
                    <a:pt x="2490858" y="695600"/>
                  </a:lnTo>
                  <a:lnTo>
                    <a:pt x="2527998" y="670385"/>
                  </a:lnTo>
                  <a:lnTo>
                    <a:pt x="2553041" y="633001"/>
                  </a:lnTo>
                  <a:lnTo>
                    <a:pt x="2562225" y="587248"/>
                  </a:lnTo>
                  <a:lnTo>
                    <a:pt x="2562225" y="117475"/>
                  </a:lnTo>
                  <a:lnTo>
                    <a:pt x="2553041" y="71741"/>
                  </a:lnTo>
                  <a:lnTo>
                    <a:pt x="2527998" y="34401"/>
                  </a:lnTo>
                  <a:lnTo>
                    <a:pt x="2490858" y="9229"/>
                  </a:lnTo>
                  <a:lnTo>
                    <a:pt x="24453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424551" y="3433826"/>
              <a:ext cx="2562225" cy="704850"/>
            </a:xfrm>
            <a:custGeom>
              <a:avLst/>
              <a:gdLst/>
              <a:ahLst/>
              <a:cxnLst/>
              <a:rect l="l" t="t" r="r" b="b"/>
              <a:pathLst>
                <a:path w="2562225" h="704850">
                  <a:moveTo>
                    <a:pt x="0" y="117475"/>
                  </a:moveTo>
                  <a:lnTo>
                    <a:pt x="9163" y="71741"/>
                  </a:lnTo>
                  <a:lnTo>
                    <a:pt x="34162" y="34401"/>
                  </a:lnTo>
                  <a:lnTo>
                    <a:pt x="71258" y="9229"/>
                  </a:lnTo>
                  <a:lnTo>
                    <a:pt x="116712" y="0"/>
                  </a:lnTo>
                  <a:lnTo>
                    <a:pt x="2445384" y="0"/>
                  </a:lnTo>
                  <a:lnTo>
                    <a:pt x="2490858" y="9229"/>
                  </a:lnTo>
                  <a:lnTo>
                    <a:pt x="2527998" y="34401"/>
                  </a:lnTo>
                  <a:lnTo>
                    <a:pt x="2553041" y="71741"/>
                  </a:lnTo>
                  <a:lnTo>
                    <a:pt x="2562225" y="117475"/>
                  </a:lnTo>
                  <a:lnTo>
                    <a:pt x="2562225" y="587248"/>
                  </a:lnTo>
                  <a:lnTo>
                    <a:pt x="2553041" y="633001"/>
                  </a:lnTo>
                  <a:lnTo>
                    <a:pt x="2527998" y="670385"/>
                  </a:lnTo>
                  <a:lnTo>
                    <a:pt x="2490858" y="695600"/>
                  </a:lnTo>
                  <a:lnTo>
                    <a:pt x="2445384" y="704850"/>
                  </a:lnTo>
                  <a:lnTo>
                    <a:pt x="116712" y="704850"/>
                  </a:lnTo>
                  <a:lnTo>
                    <a:pt x="71258" y="695600"/>
                  </a:lnTo>
                  <a:lnTo>
                    <a:pt x="34162" y="670385"/>
                  </a:lnTo>
                  <a:lnTo>
                    <a:pt x="9163" y="633001"/>
                  </a:lnTo>
                  <a:lnTo>
                    <a:pt x="0" y="587248"/>
                  </a:lnTo>
                  <a:lnTo>
                    <a:pt x="0" y="117475"/>
                  </a:lnTo>
                  <a:close/>
                </a:path>
              </a:pathLst>
            </a:custGeom>
            <a:ln w="12701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24551" y="4224401"/>
              <a:ext cx="2562225" cy="695325"/>
            </a:xfrm>
            <a:custGeom>
              <a:avLst/>
              <a:gdLst/>
              <a:ahLst/>
              <a:cxnLst/>
              <a:rect l="l" t="t" r="r" b="b"/>
              <a:pathLst>
                <a:path w="2562225" h="695325">
                  <a:moveTo>
                    <a:pt x="2445384" y="0"/>
                  </a:moveTo>
                  <a:lnTo>
                    <a:pt x="116712" y="0"/>
                  </a:lnTo>
                  <a:lnTo>
                    <a:pt x="71258" y="9096"/>
                  </a:lnTo>
                  <a:lnTo>
                    <a:pt x="34162" y="33908"/>
                  </a:lnTo>
                  <a:lnTo>
                    <a:pt x="9163" y="70723"/>
                  </a:lnTo>
                  <a:lnTo>
                    <a:pt x="0" y="115824"/>
                  </a:lnTo>
                  <a:lnTo>
                    <a:pt x="0" y="579374"/>
                  </a:lnTo>
                  <a:lnTo>
                    <a:pt x="9163" y="624494"/>
                  </a:lnTo>
                  <a:lnTo>
                    <a:pt x="34162" y="661352"/>
                  </a:lnTo>
                  <a:lnTo>
                    <a:pt x="71258" y="686208"/>
                  </a:lnTo>
                  <a:lnTo>
                    <a:pt x="116712" y="695325"/>
                  </a:lnTo>
                  <a:lnTo>
                    <a:pt x="2445384" y="695325"/>
                  </a:lnTo>
                  <a:lnTo>
                    <a:pt x="2490858" y="686208"/>
                  </a:lnTo>
                  <a:lnTo>
                    <a:pt x="2527998" y="661352"/>
                  </a:lnTo>
                  <a:lnTo>
                    <a:pt x="2553041" y="624494"/>
                  </a:lnTo>
                  <a:lnTo>
                    <a:pt x="2562225" y="579374"/>
                  </a:lnTo>
                  <a:lnTo>
                    <a:pt x="2562225" y="115824"/>
                  </a:lnTo>
                  <a:lnTo>
                    <a:pt x="2553041" y="70723"/>
                  </a:lnTo>
                  <a:lnTo>
                    <a:pt x="2527998" y="33909"/>
                  </a:lnTo>
                  <a:lnTo>
                    <a:pt x="2490858" y="9096"/>
                  </a:lnTo>
                  <a:lnTo>
                    <a:pt x="244538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424551" y="4224401"/>
              <a:ext cx="2562225" cy="695325"/>
            </a:xfrm>
            <a:custGeom>
              <a:avLst/>
              <a:gdLst/>
              <a:ahLst/>
              <a:cxnLst/>
              <a:rect l="l" t="t" r="r" b="b"/>
              <a:pathLst>
                <a:path w="2562225" h="695325">
                  <a:moveTo>
                    <a:pt x="0" y="115824"/>
                  </a:moveTo>
                  <a:lnTo>
                    <a:pt x="9163" y="70723"/>
                  </a:lnTo>
                  <a:lnTo>
                    <a:pt x="34162" y="33908"/>
                  </a:lnTo>
                  <a:lnTo>
                    <a:pt x="71258" y="9096"/>
                  </a:lnTo>
                  <a:lnTo>
                    <a:pt x="116712" y="0"/>
                  </a:lnTo>
                  <a:lnTo>
                    <a:pt x="2445384" y="0"/>
                  </a:lnTo>
                  <a:lnTo>
                    <a:pt x="2490858" y="9096"/>
                  </a:lnTo>
                  <a:lnTo>
                    <a:pt x="2527998" y="33909"/>
                  </a:lnTo>
                  <a:lnTo>
                    <a:pt x="2553041" y="70723"/>
                  </a:lnTo>
                  <a:lnTo>
                    <a:pt x="2562225" y="115824"/>
                  </a:lnTo>
                  <a:lnTo>
                    <a:pt x="2562225" y="579374"/>
                  </a:lnTo>
                  <a:lnTo>
                    <a:pt x="2553041" y="624494"/>
                  </a:lnTo>
                  <a:lnTo>
                    <a:pt x="2527998" y="661352"/>
                  </a:lnTo>
                  <a:lnTo>
                    <a:pt x="2490858" y="686208"/>
                  </a:lnTo>
                  <a:lnTo>
                    <a:pt x="2445384" y="695325"/>
                  </a:lnTo>
                  <a:lnTo>
                    <a:pt x="116712" y="695325"/>
                  </a:lnTo>
                  <a:lnTo>
                    <a:pt x="71258" y="686208"/>
                  </a:lnTo>
                  <a:lnTo>
                    <a:pt x="34162" y="661352"/>
                  </a:lnTo>
                  <a:lnTo>
                    <a:pt x="9163" y="624494"/>
                  </a:lnTo>
                  <a:lnTo>
                    <a:pt x="0" y="579374"/>
                  </a:lnTo>
                  <a:lnTo>
                    <a:pt x="0" y="115824"/>
                  </a:lnTo>
                  <a:close/>
                </a:path>
              </a:pathLst>
            </a:custGeom>
            <a:ln w="12701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756909" y="1911032"/>
            <a:ext cx="1888489" cy="277368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algn="ctr" marL="113030" marR="99060">
              <a:lnSpc>
                <a:spcPts val="1880"/>
              </a:lnSpc>
              <a:spcBef>
                <a:spcPts val="320"/>
              </a:spcBef>
            </a:pPr>
            <a:r>
              <a:rPr dirty="0" sz="1700" spc="-30">
                <a:latin typeface="Trebuchet MS"/>
                <a:cs typeface="Trebuchet MS"/>
              </a:rPr>
              <a:t>Security</a:t>
            </a:r>
            <a:r>
              <a:rPr dirty="0" sz="1700" spc="-225">
                <a:latin typeface="Trebuchet MS"/>
                <a:cs typeface="Trebuchet MS"/>
              </a:rPr>
              <a:t> </a:t>
            </a:r>
            <a:r>
              <a:rPr dirty="0" sz="1700" spc="90">
                <a:latin typeface="Trebuchet MS"/>
                <a:cs typeface="Trebuchet MS"/>
              </a:rPr>
              <a:t>C</a:t>
            </a:r>
            <a:r>
              <a:rPr dirty="0" sz="1700" spc="-95">
                <a:latin typeface="Trebuchet MS"/>
                <a:cs typeface="Trebuchet MS"/>
              </a:rPr>
              <a:t> </a:t>
            </a:r>
            <a:r>
              <a:rPr dirty="0" sz="1700" spc="45">
                <a:latin typeface="Trebuchet MS"/>
                <a:cs typeface="Trebuchet MS"/>
              </a:rPr>
              <a:t>Access </a:t>
            </a:r>
            <a:r>
              <a:rPr dirty="0" sz="1700" spc="-10">
                <a:latin typeface="Trebuchet MS"/>
                <a:cs typeface="Trebuchet MS"/>
              </a:rPr>
              <a:t>Control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1700">
                <a:latin typeface="Trebuchet MS"/>
                <a:cs typeface="Trebuchet MS"/>
              </a:rPr>
              <a:t>Data</a:t>
            </a:r>
            <a:r>
              <a:rPr dirty="0" sz="1700" spc="-18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Management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700">
              <a:latin typeface="Trebuchet MS"/>
              <a:cs typeface="Trebuchet MS"/>
            </a:endParaRPr>
          </a:p>
          <a:p>
            <a:pPr algn="ctr" marL="12065" marR="5080">
              <a:lnSpc>
                <a:spcPts val="1880"/>
              </a:lnSpc>
            </a:pPr>
            <a:r>
              <a:rPr dirty="0" sz="1700" spc="-40">
                <a:latin typeface="Trebuchet MS"/>
                <a:cs typeface="Trebuchet MS"/>
              </a:rPr>
              <a:t>Performance</a:t>
            </a:r>
            <a:r>
              <a:rPr dirty="0" sz="1700" spc="-105">
                <a:latin typeface="Trebuchet MS"/>
                <a:cs typeface="Trebuchet MS"/>
              </a:rPr>
              <a:t> </a:t>
            </a:r>
            <a:r>
              <a:rPr dirty="0" sz="1700" spc="90">
                <a:latin typeface="Trebuchet MS"/>
                <a:cs typeface="Trebuchet MS"/>
              </a:rPr>
              <a:t>C</a:t>
            </a:r>
            <a:r>
              <a:rPr dirty="0" sz="1700" spc="-160">
                <a:latin typeface="Trebuchet MS"/>
                <a:cs typeface="Trebuchet MS"/>
              </a:rPr>
              <a:t> </a:t>
            </a:r>
            <a:r>
              <a:rPr dirty="0" sz="1700" spc="-20">
                <a:latin typeface="Trebuchet MS"/>
                <a:cs typeface="Trebuchet MS"/>
              </a:rPr>
              <a:t>User </a:t>
            </a:r>
            <a:r>
              <a:rPr dirty="0" sz="1700" spc="-10">
                <a:latin typeface="Trebuchet MS"/>
                <a:cs typeface="Trebuchet MS"/>
              </a:rPr>
              <a:t>Experience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700">
              <a:latin typeface="Trebuchet MS"/>
              <a:cs typeface="Trebuchet MS"/>
            </a:endParaRPr>
          </a:p>
          <a:p>
            <a:pPr algn="ctr" marL="11430">
              <a:lnSpc>
                <a:spcPct val="100000"/>
              </a:lnSpc>
            </a:pPr>
            <a:r>
              <a:rPr dirty="0" sz="1700">
                <a:latin typeface="Trebuchet MS"/>
                <a:cs typeface="Trebuchet MS"/>
              </a:rPr>
              <a:t>System</a:t>
            </a:r>
            <a:r>
              <a:rPr dirty="0" sz="1700" spc="-114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Security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422222" y="2884715"/>
            <a:ext cx="1509395" cy="1115060"/>
          </a:xfrm>
          <a:custGeom>
            <a:avLst/>
            <a:gdLst/>
            <a:ahLst/>
            <a:cxnLst/>
            <a:rect l="l" t="t" r="r" b="b"/>
            <a:pathLst>
              <a:path w="1509395" h="1115060">
                <a:moveTo>
                  <a:pt x="290944" y="469747"/>
                </a:moveTo>
                <a:lnTo>
                  <a:pt x="288442" y="442950"/>
                </a:lnTo>
                <a:lnTo>
                  <a:pt x="287959" y="433959"/>
                </a:lnTo>
                <a:lnTo>
                  <a:pt x="263804" y="436854"/>
                </a:lnTo>
                <a:lnTo>
                  <a:pt x="216027" y="445820"/>
                </a:lnTo>
                <a:lnTo>
                  <a:pt x="151371" y="465861"/>
                </a:lnTo>
                <a:lnTo>
                  <a:pt x="111671" y="483222"/>
                </a:lnTo>
                <a:lnTo>
                  <a:pt x="73583" y="503859"/>
                </a:lnTo>
                <a:lnTo>
                  <a:pt x="37299" y="527697"/>
                </a:lnTo>
                <a:lnTo>
                  <a:pt x="10185" y="561035"/>
                </a:lnTo>
                <a:lnTo>
                  <a:pt x="0" y="602792"/>
                </a:lnTo>
                <a:lnTo>
                  <a:pt x="0" y="755497"/>
                </a:lnTo>
                <a:lnTo>
                  <a:pt x="35941" y="755497"/>
                </a:lnTo>
                <a:lnTo>
                  <a:pt x="35941" y="602792"/>
                </a:lnTo>
                <a:lnTo>
                  <a:pt x="37719" y="589432"/>
                </a:lnTo>
                <a:lnTo>
                  <a:pt x="59093" y="556272"/>
                </a:lnTo>
                <a:lnTo>
                  <a:pt x="92544" y="534352"/>
                </a:lnTo>
                <a:lnTo>
                  <a:pt x="127660" y="515353"/>
                </a:lnTo>
                <a:lnTo>
                  <a:pt x="164249" y="499376"/>
                </a:lnTo>
                <a:lnTo>
                  <a:pt x="202120" y="486511"/>
                </a:lnTo>
                <a:lnTo>
                  <a:pt x="246164" y="476186"/>
                </a:lnTo>
                <a:lnTo>
                  <a:pt x="268478" y="472478"/>
                </a:lnTo>
                <a:lnTo>
                  <a:pt x="290944" y="469747"/>
                </a:lnTo>
                <a:close/>
              </a:path>
              <a:path w="1509395" h="1115060">
                <a:moveTo>
                  <a:pt x="417893" y="90182"/>
                </a:moveTo>
                <a:lnTo>
                  <a:pt x="379704" y="69710"/>
                </a:lnTo>
                <a:lnTo>
                  <a:pt x="338886" y="60312"/>
                </a:lnTo>
                <a:lnTo>
                  <a:pt x="297586" y="61645"/>
                </a:lnTo>
                <a:lnTo>
                  <a:pt x="257975" y="73342"/>
                </a:lnTo>
                <a:lnTo>
                  <a:pt x="222173" y="95084"/>
                </a:lnTo>
                <a:lnTo>
                  <a:pt x="192354" y="126504"/>
                </a:lnTo>
                <a:lnTo>
                  <a:pt x="171881" y="164693"/>
                </a:lnTo>
                <a:lnTo>
                  <a:pt x="162471" y="205511"/>
                </a:lnTo>
                <a:lnTo>
                  <a:pt x="163804" y="246799"/>
                </a:lnTo>
                <a:lnTo>
                  <a:pt x="175501" y="286410"/>
                </a:lnTo>
                <a:lnTo>
                  <a:pt x="197243" y="322211"/>
                </a:lnTo>
                <a:lnTo>
                  <a:pt x="228663" y="352031"/>
                </a:lnTo>
                <a:lnTo>
                  <a:pt x="272834" y="374573"/>
                </a:lnTo>
                <a:lnTo>
                  <a:pt x="288861" y="378929"/>
                </a:lnTo>
                <a:lnTo>
                  <a:pt x="291528" y="351828"/>
                </a:lnTo>
                <a:lnTo>
                  <a:pt x="292773" y="342861"/>
                </a:lnTo>
                <a:lnTo>
                  <a:pt x="247751" y="321246"/>
                </a:lnTo>
                <a:lnTo>
                  <a:pt x="215633" y="285292"/>
                </a:lnTo>
                <a:lnTo>
                  <a:pt x="199326" y="239915"/>
                </a:lnTo>
                <a:lnTo>
                  <a:pt x="201790" y="190030"/>
                </a:lnTo>
                <a:lnTo>
                  <a:pt x="218681" y="151752"/>
                </a:lnTo>
                <a:lnTo>
                  <a:pt x="246354" y="121793"/>
                </a:lnTo>
                <a:lnTo>
                  <a:pt x="282155" y="102247"/>
                </a:lnTo>
                <a:lnTo>
                  <a:pt x="323405" y="95199"/>
                </a:lnTo>
                <a:lnTo>
                  <a:pt x="342099" y="96596"/>
                </a:lnTo>
                <a:lnTo>
                  <a:pt x="360273" y="100761"/>
                </a:lnTo>
                <a:lnTo>
                  <a:pt x="377621" y="107581"/>
                </a:lnTo>
                <a:lnTo>
                  <a:pt x="393839" y="116967"/>
                </a:lnTo>
                <a:lnTo>
                  <a:pt x="411670" y="96735"/>
                </a:lnTo>
                <a:lnTo>
                  <a:pt x="417893" y="90182"/>
                </a:lnTo>
                <a:close/>
              </a:path>
              <a:path w="1509395" h="1115060">
                <a:moveTo>
                  <a:pt x="493877" y="800900"/>
                </a:moveTo>
                <a:lnTo>
                  <a:pt x="471271" y="784542"/>
                </a:lnTo>
                <a:lnTo>
                  <a:pt x="463931" y="778814"/>
                </a:lnTo>
                <a:lnTo>
                  <a:pt x="450265" y="793711"/>
                </a:lnTo>
                <a:lnTo>
                  <a:pt x="440080" y="810920"/>
                </a:lnTo>
                <a:lnTo>
                  <a:pt x="433641" y="829843"/>
                </a:lnTo>
                <a:lnTo>
                  <a:pt x="431215" y="849909"/>
                </a:lnTo>
                <a:lnTo>
                  <a:pt x="431215" y="966685"/>
                </a:lnTo>
                <a:lnTo>
                  <a:pt x="467144" y="966685"/>
                </a:lnTo>
                <a:lnTo>
                  <a:pt x="467144" y="849909"/>
                </a:lnTo>
                <a:lnTo>
                  <a:pt x="468922" y="836549"/>
                </a:lnTo>
                <a:lnTo>
                  <a:pt x="473519" y="824039"/>
                </a:lnTo>
                <a:lnTo>
                  <a:pt x="480720" y="812825"/>
                </a:lnTo>
                <a:lnTo>
                  <a:pt x="491464" y="802474"/>
                </a:lnTo>
                <a:lnTo>
                  <a:pt x="493877" y="800900"/>
                </a:lnTo>
                <a:close/>
              </a:path>
              <a:path w="1509395" h="1115060">
                <a:moveTo>
                  <a:pt x="934288" y="342290"/>
                </a:moveTo>
                <a:lnTo>
                  <a:pt x="927862" y="294525"/>
                </a:lnTo>
                <a:lnTo>
                  <a:pt x="909751" y="251612"/>
                </a:lnTo>
                <a:lnTo>
                  <a:pt x="898347" y="236855"/>
                </a:lnTo>
                <a:lnTo>
                  <a:pt x="898347" y="342290"/>
                </a:lnTo>
                <a:lnTo>
                  <a:pt x="891019" y="387718"/>
                </a:lnTo>
                <a:lnTo>
                  <a:pt x="870610" y="427177"/>
                </a:lnTo>
                <a:lnTo>
                  <a:pt x="839495" y="458279"/>
                </a:lnTo>
                <a:lnTo>
                  <a:pt x="800036" y="478688"/>
                </a:lnTo>
                <a:lnTo>
                  <a:pt x="754608" y="486016"/>
                </a:lnTo>
                <a:lnTo>
                  <a:pt x="709180" y="478688"/>
                </a:lnTo>
                <a:lnTo>
                  <a:pt x="669721" y="458279"/>
                </a:lnTo>
                <a:lnTo>
                  <a:pt x="638606" y="427177"/>
                </a:lnTo>
                <a:lnTo>
                  <a:pt x="618210" y="387718"/>
                </a:lnTo>
                <a:lnTo>
                  <a:pt x="610882" y="342290"/>
                </a:lnTo>
                <a:lnTo>
                  <a:pt x="618236" y="296875"/>
                </a:lnTo>
                <a:lnTo>
                  <a:pt x="638644" y="257441"/>
                </a:lnTo>
                <a:lnTo>
                  <a:pt x="669759" y="226326"/>
                </a:lnTo>
                <a:lnTo>
                  <a:pt x="709193" y="205917"/>
                </a:lnTo>
                <a:lnTo>
                  <a:pt x="754608" y="198551"/>
                </a:lnTo>
                <a:lnTo>
                  <a:pt x="800239" y="205917"/>
                </a:lnTo>
                <a:lnTo>
                  <a:pt x="800100" y="205917"/>
                </a:lnTo>
                <a:lnTo>
                  <a:pt x="839533" y="226326"/>
                </a:lnTo>
                <a:lnTo>
                  <a:pt x="870635" y="257441"/>
                </a:lnTo>
                <a:lnTo>
                  <a:pt x="891019" y="296875"/>
                </a:lnTo>
                <a:lnTo>
                  <a:pt x="898347" y="342290"/>
                </a:lnTo>
                <a:lnTo>
                  <a:pt x="898347" y="236855"/>
                </a:lnTo>
                <a:lnTo>
                  <a:pt x="860056" y="198551"/>
                </a:lnTo>
                <a:lnTo>
                  <a:pt x="802373" y="169049"/>
                </a:lnTo>
                <a:lnTo>
                  <a:pt x="754608" y="162623"/>
                </a:lnTo>
                <a:lnTo>
                  <a:pt x="706856" y="169049"/>
                </a:lnTo>
                <a:lnTo>
                  <a:pt x="663930" y="187159"/>
                </a:lnTo>
                <a:lnTo>
                  <a:pt x="627570" y="215252"/>
                </a:lnTo>
                <a:lnTo>
                  <a:pt x="599478" y="251612"/>
                </a:lnTo>
                <a:lnTo>
                  <a:pt x="581367" y="294525"/>
                </a:lnTo>
                <a:lnTo>
                  <a:pt x="574941" y="342290"/>
                </a:lnTo>
                <a:lnTo>
                  <a:pt x="581367" y="390042"/>
                </a:lnTo>
                <a:lnTo>
                  <a:pt x="599478" y="432955"/>
                </a:lnTo>
                <a:lnTo>
                  <a:pt x="627570" y="469328"/>
                </a:lnTo>
                <a:lnTo>
                  <a:pt x="663930" y="497420"/>
                </a:lnTo>
                <a:lnTo>
                  <a:pt x="706856" y="515531"/>
                </a:lnTo>
                <a:lnTo>
                  <a:pt x="754608" y="521944"/>
                </a:lnTo>
                <a:lnTo>
                  <a:pt x="802373" y="515531"/>
                </a:lnTo>
                <a:lnTo>
                  <a:pt x="845299" y="497420"/>
                </a:lnTo>
                <a:lnTo>
                  <a:pt x="860056" y="486016"/>
                </a:lnTo>
                <a:lnTo>
                  <a:pt x="881659" y="469328"/>
                </a:lnTo>
                <a:lnTo>
                  <a:pt x="909751" y="432955"/>
                </a:lnTo>
                <a:lnTo>
                  <a:pt x="927862" y="390042"/>
                </a:lnTo>
                <a:lnTo>
                  <a:pt x="934288" y="342290"/>
                </a:lnTo>
                <a:close/>
              </a:path>
              <a:path w="1509395" h="1115060">
                <a:moveTo>
                  <a:pt x="1022324" y="622985"/>
                </a:moveTo>
                <a:lnTo>
                  <a:pt x="969772" y="600214"/>
                </a:lnTo>
                <a:lnTo>
                  <a:pt x="915403" y="582218"/>
                </a:lnTo>
                <a:lnTo>
                  <a:pt x="875969" y="571677"/>
                </a:lnTo>
                <a:lnTo>
                  <a:pt x="835914" y="564083"/>
                </a:lnTo>
                <a:lnTo>
                  <a:pt x="795401" y="559473"/>
                </a:lnTo>
                <a:lnTo>
                  <a:pt x="754608" y="557872"/>
                </a:lnTo>
                <a:lnTo>
                  <a:pt x="708190" y="560425"/>
                </a:lnTo>
                <a:lnTo>
                  <a:pt x="662228" y="566470"/>
                </a:lnTo>
                <a:lnTo>
                  <a:pt x="616927" y="575983"/>
                </a:lnTo>
                <a:lnTo>
                  <a:pt x="572477" y="588899"/>
                </a:lnTo>
                <a:lnTo>
                  <a:pt x="529069" y="605167"/>
                </a:lnTo>
                <a:lnTo>
                  <a:pt x="486905" y="624751"/>
                </a:lnTo>
                <a:lnTo>
                  <a:pt x="498830" y="639064"/>
                </a:lnTo>
                <a:lnTo>
                  <a:pt x="511505" y="652716"/>
                </a:lnTo>
                <a:lnTo>
                  <a:pt x="557745" y="632383"/>
                </a:lnTo>
                <a:lnTo>
                  <a:pt x="605472" y="616254"/>
                </a:lnTo>
                <a:lnTo>
                  <a:pt x="654380" y="604405"/>
                </a:lnTo>
                <a:lnTo>
                  <a:pt x="704189" y="596900"/>
                </a:lnTo>
                <a:lnTo>
                  <a:pt x="754608" y="593813"/>
                </a:lnTo>
                <a:lnTo>
                  <a:pt x="792835" y="595325"/>
                </a:lnTo>
                <a:lnTo>
                  <a:pt x="830808" y="599668"/>
                </a:lnTo>
                <a:lnTo>
                  <a:pt x="868349" y="606806"/>
                </a:lnTo>
                <a:lnTo>
                  <a:pt x="905319" y="616712"/>
                </a:lnTo>
                <a:lnTo>
                  <a:pt x="952246" y="632053"/>
                </a:lnTo>
                <a:lnTo>
                  <a:pt x="997813" y="651078"/>
                </a:lnTo>
                <a:lnTo>
                  <a:pt x="1010437" y="637362"/>
                </a:lnTo>
                <a:lnTo>
                  <a:pt x="1022324" y="622985"/>
                </a:lnTo>
                <a:close/>
              </a:path>
              <a:path w="1509395" h="1115060">
                <a:moveTo>
                  <a:pt x="1348066" y="231736"/>
                </a:moveTo>
                <a:lnTo>
                  <a:pt x="1345120" y="188468"/>
                </a:lnTo>
                <a:lnTo>
                  <a:pt x="1330871" y="147510"/>
                </a:lnTo>
                <a:lnTo>
                  <a:pt x="1307185" y="112915"/>
                </a:lnTo>
                <a:lnTo>
                  <a:pt x="1275867" y="85902"/>
                </a:lnTo>
                <a:lnTo>
                  <a:pt x="1238745" y="67678"/>
                </a:lnTo>
                <a:lnTo>
                  <a:pt x="1197635" y="59436"/>
                </a:lnTo>
                <a:lnTo>
                  <a:pt x="1154366" y="62382"/>
                </a:lnTo>
                <a:lnTo>
                  <a:pt x="1137323" y="66827"/>
                </a:lnTo>
                <a:lnTo>
                  <a:pt x="1120927" y="73088"/>
                </a:lnTo>
                <a:lnTo>
                  <a:pt x="1105293" y="81089"/>
                </a:lnTo>
                <a:lnTo>
                  <a:pt x="1090599" y="90766"/>
                </a:lnTo>
                <a:lnTo>
                  <a:pt x="1108786" y="110693"/>
                </a:lnTo>
                <a:lnTo>
                  <a:pt x="1114552" y="117538"/>
                </a:lnTo>
                <a:lnTo>
                  <a:pt x="1130922" y="107911"/>
                </a:lnTo>
                <a:lnTo>
                  <a:pt x="1148473" y="100901"/>
                </a:lnTo>
                <a:lnTo>
                  <a:pt x="1166876" y="96634"/>
                </a:lnTo>
                <a:lnTo>
                  <a:pt x="1185811" y="95199"/>
                </a:lnTo>
                <a:lnTo>
                  <a:pt x="1234719" y="105283"/>
                </a:lnTo>
                <a:lnTo>
                  <a:pt x="1274597" y="132397"/>
                </a:lnTo>
                <a:lnTo>
                  <a:pt x="1301381" y="172478"/>
                </a:lnTo>
                <a:lnTo>
                  <a:pt x="1311084" y="221462"/>
                </a:lnTo>
                <a:lnTo>
                  <a:pt x="1303883" y="262915"/>
                </a:lnTo>
                <a:lnTo>
                  <a:pt x="1284071" y="298818"/>
                </a:lnTo>
                <a:lnTo>
                  <a:pt x="1253782" y="326453"/>
                </a:lnTo>
                <a:lnTo>
                  <a:pt x="1215136" y="343128"/>
                </a:lnTo>
                <a:lnTo>
                  <a:pt x="1218298" y="370141"/>
                </a:lnTo>
                <a:lnTo>
                  <a:pt x="1259992" y="364972"/>
                </a:lnTo>
                <a:lnTo>
                  <a:pt x="1294574" y="341274"/>
                </a:lnTo>
                <a:lnTo>
                  <a:pt x="1321587" y="309956"/>
                </a:lnTo>
                <a:lnTo>
                  <a:pt x="1339824" y="272846"/>
                </a:lnTo>
                <a:lnTo>
                  <a:pt x="1348066" y="231736"/>
                </a:lnTo>
                <a:close/>
              </a:path>
              <a:path w="1509395" h="1115060">
                <a:moveTo>
                  <a:pt x="1454861" y="1013904"/>
                </a:moveTo>
                <a:lnTo>
                  <a:pt x="1442999" y="961123"/>
                </a:lnTo>
                <a:lnTo>
                  <a:pt x="1419174" y="934097"/>
                </a:lnTo>
                <a:lnTo>
                  <a:pt x="1419174" y="1000125"/>
                </a:lnTo>
                <a:lnTo>
                  <a:pt x="1419047" y="1010742"/>
                </a:lnTo>
                <a:lnTo>
                  <a:pt x="1405267" y="1046632"/>
                </a:lnTo>
                <a:lnTo>
                  <a:pt x="1375473" y="1071765"/>
                </a:lnTo>
                <a:lnTo>
                  <a:pt x="1352435" y="1078611"/>
                </a:lnTo>
                <a:lnTo>
                  <a:pt x="1330375" y="1076706"/>
                </a:lnTo>
                <a:lnTo>
                  <a:pt x="1113955" y="867295"/>
                </a:lnTo>
                <a:lnTo>
                  <a:pt x="1100963" y="839063"/>
                </a:lnTo>
                <a:lnTo>
                  <a:pt x="1101090" y="828446"/>
                </a:lnTo>
                <a:lnTo>
                  <a:pt x="1114882" y="792530"/>
                </a:lnTo>
                <a:lnTo>
                  <a:pt x="1146632" y="766495"/>
                </a:lnTo>
                <a:lnTo>
                  <a:pt x="1174242" y="760222"/>
                </a:lnTo>
                <a:lnTo>
                  <a:pt x="1183576" y="760920"/>
                </a:lnTo>
                <a:lnTo>
                  <a:pt x="1406182" y="971854"/>
                </a:lnTo>
                <a:lnTo>
                  <a:pt x="1419174" y="1000125"/>
                </a:lnTo>
                <a:lnTo>
                  <a:pt x="1419174" y="934097"/>
                </a:lnTo>
                <a:lnTo>
                  <a:pt x="1245654" y="760222"/>
                </a:lnTo>
                <a:lnTo>
                  <a:pt x="1233551" y="748080"/>
                </a:lnTo>
                <a:lnTo>
                  <a:pt x="1229868" y="745845"/>
                </a:lnTo>
                <a:lnTo>
                  <a:pt x="1204937" y="730681"/>
                </a:lnTo>
                <a:lnTo>
                  <a:pt x="1173035" y="724471"/>
                </a:lnTo>
                <a:lnTo>
                  <a:pt x="1140929" y="729513"/>
                </a:lnTo>
                <a:lnTo>
                  <a:pt x="1111719" y="745845"/>
                </a:lnTo>
                <a:lnTo>
                  <a:pt x="1083106" y="717245"/>
                </a:lnTo>
                <a:lnTo>
                  <a:pt x="1057706" y="691857"/>
                </a:lnTo>
                <a:lnTo>
                  <a:pt x="1088212" y="654456"/>
                </a:lnTo>
                <a:lnTo>
                  <a:pt x="1113663" y="614654"/>
                </a:lnTo>
                <a:lnTo>
                  <a:pt x="1134097" y="572871"/>
                </a:lnTo>
                <a:lnTo>
                  <a:pt x="1149515" y="529564"/>
                </a:lnTo>
                <a:lnTo>
                  <a:pt x="1159941" y="485140"/>
                </a:lnTo>
                <a:lnTo>
                  <a:pt x="1165390" y="440067"/>
                </a:lnTo>
                <a:lnTo>
                  <a:pt x="1165898" y="394766"/>
                </a:lnTo>
                <a:lnTo>
                  <a:pt x="1161465" y="349669"/>
                </a:lnTo>
                <a:lnTo>
                  <a:pt x="1152118" y="305244"/>
                </a:lnTo>
                <a:lnTo>
                  <a:pt x="1137869" y="261899"/>
                </a:lnTo>
                <a:lnTo>
                  <a:pt x="1129893" y="244462"/>
                </a:lnTo>
                <a:lnTo>
                  <a:pt x="1129893" y="391274"/>
                </a:lnTo>
                <a:lnTo>
                  <a:pt x="1129893" y="435737"/>
                </a:lnTo>
                <a:lnTo>
                  <a:pt x="1124673" y="479945"/>
                </a:lnTo>
                <a:lnTo>
                  <a:pt x="1114234" y="523417"/>
                </a:lnTo>
                <a:lnTo>
                  <a:pt x="1098562" y="565632"/>
                </a:lnTo>
                <a:lnTo>
                  <a:pt x="1077683" y="606094"/>
                </a:lnTo>
                <a:lnTo>
                  <a:pt x="1051572" y="644321"/>
                </a:lnTo>
                <a:lnTo>
                  <a:pt x="1020241" y="679805"/>
                </a:lnTo>
                <a:lnTo>
                  <a:pt x="985215" y="711161"/>
                </a:lnTo>
                <a:lnTo>
                  <a:pt x="947420" y="737349"/>
                </a:lnTo>
                <a:lnTo>
                  <a:pt x="907364" y="758355"/>
                </a:lnTo>
                <a:lnTo>
                  <a:pt x="865530" y="774204"/>
                </a:lnTo>
                <a:lnTo>
                  <a:pt x="822439" y="784860"/>
                </a:lnTo>
                <a:lnTo>
                  <a:pt x="778548" y="790346"/>
                </a:lnTo>
                <a:lnTo>
                  <a:pt x="734390" y="790651"/>
                </a:lnTo>
                <a:lnTo>
                  <a:pt x="690435" y="785761"/>
                </a:lnTo>
                <a:lnTo>
                  <a:pt x="647192" y="775677"/>
                </a:lnTo>
                <a:lnTo>
                  <a:pt x="605155" y="760399"/>
                </a:lnTo>
                <a:lnTo>
                  <a:pt x="564807" y="739927"/>
                </a:lnTo>
                <a:lnTo>
                  <a:pt x="526669" y="714248"/>
                </a:lnTo>
                <a:lnTo>
                  <a:pt x="491223" y="683374"/>
                </a:lnTo>
                <a:lnTo>
                  <a:pt x="456298" y="644321"/>
                </a:lnTo>
                <a:lnTo>
                  <a:pt x="430187" y="606094"/>
                </a:lnTo>
                <a:lnTo>
                  <a:pt x="409295" y="565632"/>
                </a:lnTo>
                <a:lnTo>
                  <a:pt x="393623" y="523417"/>
                </a:lnTo>
                <a:lnTo>
                  <a:pt x="383184" y="479945"/>
                </a:lnTo>
                <a:lnTo>
                  <a:pt x="377964" y="435737"/>
                </a:lnTo>
                <a:lnTo>
                  <a:pt x="377964" y="391274"/>
                </a:lnTo>
                <a:lnTo>
                  <a:pt x="383184" y="347052"/>
                </a:lnTo>
                <a:lnTo>
                  <a:pt x="393623" y="303593"/>
                </a:lnTo>
                <a:lnTo>
                  <a:pt x="409295" y="261378"/>
                </a:lnTo>
                <a:lnTo>
                  <a:pt x="430187" y="220903"/>
                </a:lnTo>
                <a:lnTo>
                  <a:pt x="456298" y="182676"/>
                </a:lnTo>
                <a:lnTo>
                  <a:pt x="487629" y="147205"/>
                </a:lnTo>
                <a:lnTo>
                  <a:pt x="523100" y="115874"/>
                </a:lnTo>
                <a:lnTo>
                  <a:pt x="561327" y="89763"/>
                </a:lnTo>
                <a:lnTo>
                  <a:pt x="601789" y="68884"/>
                </a:lnTo>
                <a:lnTo>
                  <a:pt x="644017" y="53213"/>
                </a:lnTo>
                <a:lnTo>
                  <a:pt x="687476" y="42773"/>
                </a:lnTo>
                <a:lnTo>
                  <a:pt x="731697" y="37553"/>
                </a:lnTo>
                <a:lnTo>
                  <a:pt x="776173" y="37553"/>
                </a:lnTo>
                <a:lnTo>
                  <a:pt x="820381" y="42773"/>
                </a:lnTo>
                <a:lnTo>
                  <a:pt x="863854" y="53213"/>
                </a:lnTo>
                <a:lnTo>
                  <a:pt x="906068" y="68884"/>
                </a:lnTo>
                <a:lnTo>
                  <a:pt x="946531" y="89763"/>
                </a:lnTo>
                <a:lnTo>
                  <a:pt x="984758" y="115874"/>
                </a:lnTo>
                <a:lnTo>
                  <a:pt x="1020241" y="147205"/>
                </a:lnTo>
                <a:lnTo>
                  <a:pt x="1051572" y="182676"/>
                </a:lnTo>
                <a:lnTo>
                  <a:pt x="1077683" y="220903"/>
                </a:lnTo>
                <a:lnTo>
                  <a:pt x="1098562" y="261378"/>
                </a:lnTo>
                <a:lnTo>
                  <a:pt x="1114234" y="303593"/>
                </a:lnTo>
                <a:lnTo>
                  <a:pt x="1124673" y="347052"/>
                </a:lnTo>
                <a:lnTo>
                  <a:pt x="1129893" y="391274"/>
                </a:lnTo>
                <a:lnTo>
                  <a:pt x="1129893" y="244462"/>
                </a:lnTo>
                <a:lnTo>
                  <a:pt x="1094765" y="180225"/>
                </a:lnTo>
                <a:lnTo>
                  <a:pt x="1065949" y="142786"/>
                </a:lnTo>
                <a:lnTo>
                  <a:pt x="1032306" y="108178"/>
                </a:lnTo>
                <a:lnTo>
                  <a:pt x="994905" y="77673"/>
                </a:lnTo>
                <a:lnTo>
                  <a:pt x="955103" y="52222"/>
                </a:lnTo>
                <a:lnTo>
                  <a:pt x="913320" y="31800"/>
                </a:lnTo>
                <a:lnTo>
                  <a:pt x="870000" y="16383"/>
                </a:lnTo>
                <a:lnTo>
                  <a:pt x="825576" y="5956"/>
                </a:lnTo>
                <a:lnTo>
                  <a:pt x="780491" y="508"/>
                </a:lnTo>
                <a:lnTo>
                  <a:pt x="735190" y="0"/>
                </a:lnTo>
                <a:lnTo>
                  <a:pt x="690105" y="4432"/>
                </a:lnTo>
                <a:lnTo>
                  <a:pt x="645668" y="13779"/>
                </a:lnTo>
                <a:lnTo>
                  <a:pt x="602322" y="28028"/>
                </a:lnTo>
                <a:lnTo>
                  <a:pt x="560501" y="47155"/>
                </a:lnTo>
                <a:lnTo>
                  <a:pt x="520649" y="71132"/>
                </a:lnTo>
                <a:lnTo>
                  <a:pt x="483209" y="99949"/>
                </a:lnTo>
                <a:lnTo>
                  <a:pt x="448602" y="133591"/>
                </a:lnTo>
                <a:lnTo>
                  <a:pt x="418096" y="170980"/>
                </a:lnTo>
                <a:lnTo>
                  <a:pt x="392633" y="210794"/>
                </a:lnTo>
                <a:lnTo>
                  <a:pt x="372211" y="252564"/>
                </a:lnTo>
                <a:lnTo>
                  <a:pt x="356793" y="295884"/>
                </a:lnTo>
                <a:lnTo>
                  <a:pt x="346367" y="340309"/>
                </a:lnTo>
                <a:lnTo>
                  <a:pt x="340906" y="385381"/>
                </a:lnTo>
                <a:lnTo>
                  <a:pt x="340410" y="430682"/>
                </a:lnTo>
                <a:lnTo>
                  <a:pt x="344843" y="475767"/>
                </a:lnTo>
                <a:lnTo>
                  <a:pt x="354190" y="520204"/>
                </a:lnTo>
                <a:lnTo>
                  <a:pt x="368439" y="563549"/>
                </a:lnTo>
                <a:lnTo>
                  <a:pt x="387565" y="605358"/>
                </a:lnTo>
                <a:lnTo>
                  <a:pt x="411543" y="645210"/>
                </a:lnTo>
                <a:lnTo>
                  <a:pt x="440359" y="682650"/>
                </a:lnTo>
                <a:lnTo>
                  <a:pt x="474002" y="717245"/>
                </a:lnTo>
                <a:lnTo>
                  <a:pt x="511873" y="748080"/>
                </a:lnTo>
                <a:lnTo>
                  <a:pt x="552284" y="773785"/>
                </a:lnTo>
                <a:lnTo>
                  <a:pt x="594766" y="794346"/>
                </a:lnTo>
                <a:lnTo>
                  <a:pt x="638873" y="809764"/>
                </a:lnTo>
                <a:lnTo>
                  <a:pt x="684123" y="820051"/>
                </a:lnTo>
                <a:lnTo>
                  <a:pt x="730072" y="825195"/>
                </a:lnTo>
                <a:lnTo>
                  <a:pt x="776249" y="825195"/>
                </a:lnTo>
                <a:lnTo>
                  <a:pt x="822198" y="820051"/>
                </a:lnTo>
                <a:lnTo>
                  <a:pt x="867448" y="809764"/>
                </a:lnTo>
                <a:lnTo>
                  <a:pt x="911542" y="794346"/>
                </a:lnTo>
                <a:lnTo>
                  <a:pt x="954036" y="773785"/>
                </a:lnTo>
                <a:lnTo>
                  <a:pt x="994435" y="748080"/>
                </a:lnTo>
                <a:lnTo>
                  <a:pt x="1032306" y="717245"/>
                </a:lnTo>
                <a:lnTo>
                  <a:pt x="1086205" y="771144"/>
                </a:lnTo>
                <a:lnTo>
                  <a:pt x="1078204" y="783513"/>
                </a:lnTo>
                <a:lnTo>
                  <a:pt x="1071994" y="796798"/>
                </a:lnTo>
                <a:lnTo>
                  <a:pt x="1067638" y="810793"/>
                </a:lnTo>
                <a:lnTo>
                  <a:pt x="1065250" y="825195"/>
                </a:lnTo>
                <a:lnTo>
                  <a:pt x="1065250" y="843800"/>
                </a:lnTo>
                <a:lnTo>
                  <a:pt x="1088466" y="892670"/>
                </a:lnTo>
                <a:lnTo>
                  <a:pt x="1286598" y="1091107"/>
                </a:lnTo>
                <a:lnTo>
                  <a:pt x="1329461" y="1113447"/>
                </a:lnTo>
                <a:lnTo>
                  <a:pt x="1345844" y="1114818"/>
                </a:lnTo>
                <a:lnTo>
                  <a:pt x="1385824" y="1106208"/>
                </a:lnTo>
                <a:lnTo>
                  <a:pt x="1419225" y="1084745"/>
                </a:lnTo>
                <a:lnTo>
                  <a:pt x="1423873" y="1078611"/>
                </a:lnTo>
                <a:lnTo>
                  <a:pt x="1443202" y="1053096"/>
                </a:lnTo>
                <a:lnTo>
                  <a:pt x="1454861" y="1013904"/>
                </a:lnTo>
                <a:close/>
              </a:path>
              <a:path w="1509395" h="1115060">
                <a:moveTo>
                  <a:pt x="1509217" y="602792"/>
                </a:moveTo>
                <a:lnTo>
                  <a:pt x="1499095" y="561124"/>
                </a:lnTo>
                <a:lnTo>
                  <a:pt x="1472095" y="527812"/>
                </a:lnTo>
                <a:lnTo>
                  <a:pt x="1436331" y="503034"/>
                </a:lnTo>
                <a:lnTo>
                  <a:pt x="1398371" y="482028"/>
                </a:lnTo>
                <a:lnTo>
                  <a:pt x="1358480" y="464959"/>
                </a:lnTo>
                <a:lnTo>
                  <a:pt x="1316977" y="451967"/>
                </a:lnTo>
                <a:lnTo>
                  <a:pt x="1268958" y="440118"/>
                </a:lnTo>
                <a:lnTo>
                  <a:pt x="1219949" y="433501"/>
                </a:lnTo>
                <a:lnTo>
                  <a:pt x="1217993" y="460413"/>
                </a:lnTo>
                <a:lnTo>
                  <a:pt x="1217002" y="469315"/>
                </a:lnTo>
                <a:lnTo>
                  <a:pt x="1262380" y="475462"/>
                </a:lnTo>
                <a:lnTo>
                  <a:pt x="1306842" y="486448"/>
                </a:lnTo>
                <a:lnTo>
                  <a:pt x="1344980" y="498297"/>
                </a:lnTo>
                <a:lnTo>
                  <a:pt x="1381645" y="513880"/>
                </a:lnTo>
                <a:lnTo>
                  <a:pt x="1416558" y="533082"/>
                </a:lnTo>
                <a:lnTo>
                  <a:pt x="1449451" y="555764"/>
                </a:lnTo>
                <a:lnTo>
                  <a:pt x="1471409" y="589241"/>
                </a:lnTo>
                <a:lnTo>
                  <a:pt x="1473288" y="602792"/>
                </a:lnTo>
                <a:lnTo>
                  <a:pt x="1473288" y="755497"/>
                </a:lnTo>
                <a:lnTo>
                  <a:pt x="1509217" y="755497"/>
                </a:lnTo>
                <a:lnTo>
                  <a:pt x="1509217" y="60279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582" y="180339"/>
            <a:ext cx="331597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175" i="0">
                <a:latin typeface="Arial"/>
                <a:cs typeface="Arial"/>
              </a:rPr>
              <a:t>Application</a:t>
            </a:r>
            <a:r>
              <a:rPr dirty="0" sz="3600" spc="-25" i="0">
                <a:latin typeface="Arial"/>
                <a:cs typeface="Arial"/>
              </a:rPr>
              <a:t> </a:t>
            </a:r>
            <a:r>
              <a:rPr dirty="0" sz="3600" spc="-310" i="0">
                <a:latin typeface="Arial"/>
                <a:cs typeface="Arial"/>
              </a:rPr>
              <a:t>Flow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9567" y="914283"/>
            <a:ext cx="5090795" cy="463169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  <a:tabLst>
                <a:tab pos="1386840" algn="l"/>
              </a:tabLst>
            </a:pPr>
            <a:r>
              <a:rPr dirty="0" sz="2400" spc="45" b="1">
                <a:latin typeface="Calibri"/>
                <a:cs typeface="Calibri"/>
              </a:rPr>
              <a:t>Frontend</a:t>
            </a:r>
            <a:r>
              <a:rPr dirty="0" sz="2400" b="1">
                <a:latin typeface="Calibri"/>
                <a:cs typeface="Calibri"/>
              </a:rPr>
              <a:t>	</a:t>
            </a:r>
            <a:r>
              <a:rPr dirty="0" sz="2400" spc="170" b="1">
                <a:latin typeface="Calibri"/>
                <a:cs typeface="Calibri"/>
              </a:rPr>
              <a:t>(React)</a:t>
            </a:r>
            <a:endParaRPr sz="2400">
              <a:latin typeface="Calibri"/>
              <a:cs typeface="Calibri"/>
            </a:endParaRPr>
          </a:p>
          <a:p>
            <a:pPr marL="568960" indent="-285750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568960" algn="l"/>
              </a:tabLst>
            </a:pPr>
            <a:r>
              <a:rPr dirty="0" sz="1800" i="1">
                <a:latin typeface="Constantia"/>
                <a:cs typeface="Constantia"/>
              </a:rPr>
              <a:t>User</a:t>
            </a:r>
            <a:r>
              <a:rPr dirty="0" sz="1800" spc="-4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opens</a:t>
            </a:r>
            <a:r>
              <a:rPr dirty="0" sz="1800" spc="-5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the</a:t>
            </a:r>
            <a:r>
              <a:rPr dirty="0" sz="1800" spc="-2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application</a:t>
            </a:r>
            <a:r>
              <a:rPr dirty="0" sz="1800" spc="-3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and</a:t>
            </a:r>
            <a:r>
              <a:rPr dirty="0" sz="1800" spc="-7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logs</a:t>
            </a:r>
            <a:r>
              <a:rPr dirty="0" sz="1800" spc="-40" i="1">
                <a:latin typeface="Constantia"/>
                <a:cs typeface="Constantia"/>
              </a:rPr>
              <a:t> </a:t>
            </a:r>
            <a:r>
              <a:rPr dirty="0" sz="1800" spc="-25" i="1">
                <a:latin typeface="Constantia"/>
                <a:cs typeface="Constantia"/>
              </a:rPr>
              <a:t>in</a:t>
            </a:r>
            <a:endParaRPr sz="1800">
              <a:latin typeface="Constantia"/>
              <a:cs typeface="Constantia"/>
            </a:endParaRPr>
          </a:p>
          <a:p>
            <a:pPr marL="569595" marR="5080" indent="-286385">
              <a:lnSpc>
                <a:spcPct val="100800"/>
              </a:lnSpc>
              <a:spcBef>
                <a:spcPts val="5"/>
              </a:spcBef>
              <a:buFont typeface="Arial MT"/>
              <a:buChar char="•"/>
              <a:tabLst>
                <a:tab pos="569595" algn="l"/>
              </a:tabLst>
            </a:pPr>
            <a:r>
              <a:rPr dirty="0" sz="1800" i="1">
                <a:latin typeface="Constantia"/>
                <a:cs typeface="Constantia"/>
              </a:rPr>
              <a:t>User</a:t>
            </a:r>
            <a:r>
              <a:rPr dirty="0" sz="1800" spc="34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interacts</a:t>
            </a:r>
            <a:r>
              <a:rPr dirty="0" sz="1800" spc="33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with</a:t>
            </a:r>
            <a:r>
              <a:rPr dirty="0" sz="1800" spc="37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dashboard</a:t>
            </a:r>
            <a:r>
              <a:rPr dirty="0" sz="1800" spc="36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and</a:t>
            </a:r>
            <a:r>
              <a:rPr dirty="0" sz="1800" spc="325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financial records</a:t>
            </a:r>
            <a:endParaRPr sz="1800">
              <a:latin typeface="Constantia"/>
              <a:cs typeface="Constantia"/>
            </a:endParaRPr>
          </a:p>
          <a:p>
            <a:pPr marL="56896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568960" algn="l"/>
              </a:tabLst>
            </a:pPr>
            <a:r>
              <a:rPr dirty="0" sz="1800" i="1">
                <a:latin typeface="Constantia"/>
                <a:cs typeface="Constantia"/>
              </a:rPr>
              <a:t>Sends</a:t>
            </a:r>
            <a:r>
              <a:rPr dirty="0" sz="1800" spc="-9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API</a:t>
            </a:r>
            <a:r>
              <a:rPr dirty="0" sz="1800" spc="-3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requests</a:t>
            </a:r>
            <a:r>
              <a:rPr dirty="0" sz="1800" spc="-7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using</a:t>
            </a:r>
            <a:r>
              <a:rPr dirty="0" sz="1800" spc="-55" i="1">
                <a:latin typeface="Constantia"/>
                <a:cs typeface="Constantia"/>
              </a:rPr>
              <a:t> </a:t>
            </a:r>
            <a:r>
              <a:rPr dirty="0" sz="1800" spc="-20" i="1">
                <a:latin typeface="Constantia"/>
                <a:cs typeface="Constantia"/>
              </a:rPr>
              <a:t>Axios</a:t>
            </a:r>
            <a:endParaRPr sz="1800">
              <a:latin typeface="Constantia"/>
              <a:cs typeface="Constantia"/>
            </a:endParaRPr>
          </a:p>
          <a:p>
            <a:pPr marL="56896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568960" algn="l"/>
              </a:tabLst>
            </a:pPr>
            <a:r>
              <a:rPr dirty="0" sz="1800" i="1">
                <a:latin typeface="Constantia"/>
                <a:cs typeface="Constantia"/>
              </a:rPr>
              <a:t>JWT</a:t>
            </a:r>
            <a:r>
              <a:rPr dirty="0" sz="1800" spc="-7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token</a:t>
            </a:r>
            <a:r>
              <a:rPr dirty="0" sz="1800" spc="-1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is</a:t>
            </a:r>
            <a:r>
              <a:rPr dirty="0" sz="1800" spc="-7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attached</a:t>
            </a:r>
            <a:r>
              <a:rPr dirty="0" sz="1800" spc="-6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with every</a:t>
            </a:r>
            <a:r>
              <a:rPr dirty="0" sz="1800" spc="-5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request</a:t>
            </a:r>
            <a:endParaRPr sz="1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Font typeface="Arial MT"/>
              <a:buChar char="•"/>
            </a:pP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tabLst>
                <a:tab pos="1233805" algn="l"/>
              </a:tabLst>
            </a:pPr>
            <a:r>
              <a:rPr dirty="0" sz="2400" spc="-10" b="1">
                <a:latin typeface="Calibri"/>
                <a:cs typeface="Calibri"/>
              </a:rPr>
              <a:t>Backend</a:t>
            </a:r>
            <a:r>
              <a:rPr dirty="0" sz="2400" b="1">
                <a:latin typeface="Calibri"/>
                <a:cs typeface="Calibri"/>
              </a:rPr>
              <a:t>	</a:t>
            </a:r>
            <a:r>
              <a:rPr dirty="0" sz="2400" spc="145" b="1">
                <a:latin typeface="Calibri"/>
                <a:cs typeface="Calibri"/>
              </a:rPr>
              <a:t>(Node.js/Express)</a:t>
            </a:r>
            <a:endParaRPr sz="2400">
              <a:latin typeface="Calibri"/>
              <a:cs typeface="Calibri"/>
            </a:endParaRPr>
          </a:p>
          <a:p>
            <a:pPr marL="568960" indent="-285750">
              <a:lnSpc>
                <a:spcPct val="100000"/>
              </a:lnSpc>
              <a:spcBef>
                <a:spcPts val="2055"/>
              </a:spcBef>
              <a:buFont typeface="Arial MT"/>
              <a:buChar char="•"/>
              <a:tabLst>
                <a:tab pos="568960" algn="l"/>
              </a:tabLst>
            </a:pPr>
            <a:r>
              <a:rPr dirty="0" sz="1800" spc="-10" i="1">
                <a:latin typeface="Constantia"/>
                <a:cs typeface="Constantia"/>
              </a:rPr>
              <a:t>Receives</a:t>
            </a:r>
            <a:r>
              <a:rPr dirty="0" sz="1800" spc="-9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API</a:t>
            </a:r>
            <a:r>
              <a:rPr dirty="0" sz="1800" spc="-3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requests</a:t>
            </a:r>
            <a:r>
              <a:rPr dirty="0" sz="1800" spc="-7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from</a:t>
            </a:r>
            <a:r>
              <a:rPr dirty="0" sz="1800" spc="-6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frontend</a:t>
            </a:r>
            <a:endParaRPr sz="1800">
              <a:latin typeface="Constantia"/>
              <a:cs typeface="Constantia"/>
            </a:endParaRPr>
          </a:p>
          <a:p>
            <a:pPr marL="56896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568960" algn="l"/>
              </a:tabLst>
            </a:pPr>
            <a:r>
              <a:rPr dirty="0" sz="1800" i="1">
                <a:latin typeface="Constantia"/>
                <a:cs typeface="Constantia"/>
              </a:rPr>
              <a:t>Verifies</a:t>
            </a:r>
            <a:r>
              <a:rPr dirty="0" sz="1800" spc="-4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JWT</a:t>
            </a:r>
            <a:r>
              <a:rPr dirty="0" sz="1800" spc="-95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(Authentication)</a:t>
            </a:r>
            <a:endParaRPr sz="1800">
              <a:latin typeface="Constantia"/>
              <a:cs typeface="Constantia"/>
            </a:endParaRPr>
          </a:p>
          <a:p>
            <a:pPr marL="56896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568960" algn="l"/>
              </a:tabLst>
            </a:pPr>
            <a:r>
              <a:rPr dirty="0" sz="1800" i="1">
                <a:latin typeface="Constantia"/>
                <a:cs typeface="Constantia"/>
              </a:rPr>
              <a:t>Checks</a:t>
            </a:r>
            <a:r>
              <a:rPr dirty="0" sz="1800" spc="-4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user</a:t>
            </a:r>
            <a:r>
              <a:rPr dirty="0" sz="1800" spc="-5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role</a:t>
            </a:r>
            <a:r>
              <a:rPr dirty="0" sz="1800" spc="-6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(Authorization)</a:t>
            </a:r>
            <a:endParaRPr sz="1800">
              <a:latin typeface="Constantia"/>
              <a:cs typeface="Constantia"/>
            </a:endParaRPr>
          </a:p>
          <a:p>
            <a:pPr marL="569595" marR="749300" indent="-286385">
              <a:lnSpc>
                <a:spcPct val="100800"/>
              </a:lnSpc>
              <a:buFont typeface="Arial MT"/>
              <a:buChar char="•"/>
              <a:tabLst>
                <a:tab pos="569595" algn="l"/>
              </a:tabLst>
            </a:pPr>
            <a:r>
              <a:rPr dirty="0" sz="1800" i="1">
                <a:latin typeface="Constantia"/>
                <a:cs typeface="Constantia"/>
              </a:rPr>
              <a:t>Processes</a:t>
            </a:r>
            <a:r>
              <a:rPr dirty="0" sz="1800" spc="-9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request</a:t>
            </a:r>
            <a:r>
              <a:rPr dirty="0" sz="1800" spc="-9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through</a:t>
            </a:r>
            <a:r>
              <a:rPr dirty="0" sz="1800" spc="-7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controller</a:t>
            </a:r>
            <a:r>
              <a:rPr dirty="0" sz="1800" spc="-100" i="1">
                <a:latin typeface="Constantia"/>
                <a:cs typeface="Constantia"/>
              </a:rPr>
              <a:t> </a:t>
            </a:r>
            <a:r>
              <a:rPr dirty="0" sz="1800" spc="-50" i="1">
                <a:latin typeface="Constantia"/>
                <a:cs typeface="Constantia"/>
              </a:rPr>
              <a:t>&amp; </a:t>
            </a:r>
            <a:r>
              <a:rPr dirty="0" sz="1800" i="1">
                <a:latin typeface="Constantia"/>
                <a:cs typeface="Constantia"/>
              </a:rPr>
              <a:t>service</a:t>
            </a:r>
            <a:r>
              <a:rPr dirty="0" sz="1800" spc="-5" i="1">
                <a:latin typeface="Constantia"/>
                <a:cs typeface="Constantia"/>
              </a:rPr>
              <a:t> </a:t>
            </a:r>
            <a:r>
              <a:rPr dirty="0" sz="1800" spc="-20" i="1">
                <a:latin typeface="Constantia"/>
                <a:cs typeface="Constantia"/>
              </a:rPr>
              <a:t>layer</a:t>
            </a:r>
            <a:endParaRPr sz="1800">
              <a:latin typeface="Constantia"/>
              <a:cs typeface="Constantia"/>
            </a:endParaRPr>
          </a:p>
          <a:p>
            <a:pPr marL="568960" indent="-285750">
              <a:lnSpc>
                <a:spcPts val="2105"/>
              </a:lnSpc>
              <a:buFont typeface="Arial MT"/>
              <a:buChar char="•"/>
              <a:tabLst>
                <a:tab pos="568960" algn="l"/>
              </a:tabLst>
            </a:pPr>
            <a:r>
              <a:rPr dirty="0" sz="1800" i="1">
                <a:latin typeface="Constantia"/>
                <a:cs typeface="Constantia"/>
              </a:rPr>
              <a:t>Applies</a:t>
            </a:r>
            <a:r>
              <a:rPr dirty="0" sz="1800" spc="-6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business</a:t>
            </a:r>
            <a:r>
              <a:rPr dirty="0" sz="1800" spc="-60" i="1">
                <a:latin typeface="Constantia"/>
                <a:cs typeface="Constantia"/>
              </a:rPr>
              <a:t> </a:t>
            </a:r>
            <a:r>
              <a:rPr dirty="0" sz="1800" spc="-20" i="1">
                <a:latin typeface="Constantia"/>
                <a:cs typeface="Constantia"/>
              </a:rPr>
              <a:t>logic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06565" y="876196"/>
            <a:ext cx="4665980" cy="417576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  <a:tabLst>
                <a:tab pos="1386840" algn="l"/>
              </a:tabLst>
            </a:pPr>
            <a:r>
              <a:rPr dirty="0" sz="2400" spc="-10" b="1">
                <a:latin typeface="Calibri"/>
                <a:cs typeface="Calibri"/>
              </a:rPr>
              <a:t>Database</a:t>
            </a:r>
            <a:r>
              <a:rPr dirty="0" sz="2400" b="1">
                <a:latin typeface="Calibri"/>
                <a:cs typeface="Calibri"/>
              </a:rPr>
              <a:t>	</a:t>
            </a:r>
            <a:r>
              <a:rPr dirty="0" sz="2400" spc="-10" b="1">
                <a:latin typeface="Calibri"/>
                <a:cs typeface="Calibri"/>
              </a:rPr>
              <a:t>(MongoDB)</a:t>
            </a:r>
            <a:endParaRPr sz="2400">
              <a:latin typeface="Calibri"/>
              <a:cs typeface="Calibri"/>
            </a:endParaRPr>
          </a:p>
          <a:p>
            <a:pPr marL="511809" indent="-28575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511809" algn="l"/>
              </a:tabLst>
            </a:pPr>
            <a:r>
              <a:rPr dirty="0" sz="1800" i="1">
                <a:latin typeface="Constantia"/>
                <a:cs typeface="Constantia"/>
              </a:rPr>
              <a:t>Stores</a:t>
            </a:r>
            <a:r>
              <a:rPr dirty="0" sz="1800" spc="-3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user</a:t>
            </a:r>
            <a:r>
              <a:rPr dirty="0" sz="1800" spc="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and</a:t>
            </a:r>
            <a:r>
              <a:rPr dirty="0" sz="1800" spc="-3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financial</a:t>
            </a:r>
            <a:r>
              <a:rPr dirty="0" sz="1800" spc="-25" i="1">
                <a:latin typeface="Constantia"/>
                <a:cs typeface="Constantia"/>
              </a:rPr>
              <a:t> </a:t>
            </a:r>
            <a:r>
              <a:rPr dirty="0" sz="1800" spc="-20" i="1">
                <a:latin typeface="Constantia"/>
                <a:cs typeface="Constantia"/>
              </a:rPr>
              <a:t>data</a:t>
            </a:r>
            <a:endParaRPr sz="1800">
              <a:latin typeface="Constantia"/>
              <a:cs typeface="Constantia"/>
            </a:endParaRPr>
          </a:p>
          <a:p>
            <a:pPr marL="511809" marR="262890" indent="-285750">
              <a:lnSpc>
                <a:spcPts val="2180"/>
              </a:lnSpc>
              <a:spcBef>
                <a:spcPts val="75"/>
              </a:spcBef>
              <a:buFont typeface="Arial MT"/>
              <a:buChar char="•"/>
              <a:tabLst>
                <a:tab pos="511809" algn="l"/>
              </a:tabLst>
            </a:pPr>
            <a:r>
              <a:rPr dirty="0" sz="1800" i="1">
                <a:latin typeface="Constantia"/>
                <a:cs typeface="Constantia"/>
              </a:rPr>
              <a:t>Handles</a:t>
            </a:r>
            <a:r>
              <a:rPr dirty="0" sz="1800" spc="254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data</a:t>
            </a:r>
            <a:r>
              <a:rPr dirty="0" sz="1800" spc="28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operations</a:t>
            </a:r>
            <a:r>
              <a:rPr dirty="0" sz="1800" spc="30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(create,</a:t>
            </a:r>
            <a:r>
              <a:rPr dirty="0" sz="1800" spc="275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read, </a:t>
            </a:r>
            <a:r>
              <a:rPr dirty="0" sz="1800" i="1">
                <a:latin typeface="Constantia"/>
                <a:cs typeface="Constantia"/>
              </a:rPr>
              <a:t>update,</a:t>
            </a:r>
            <a:r>
              <a:rPr dirty="0" sz="1800" spc="-9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delete)</a:t>
            </a:r>
            <a:endParaRPr sz="1800">
              <a:latin typeface="Constantia"/>
              <a:cs typeface="Constantia"/>
            </a:endParaRPr>
          </a:p>
          <a:p>
            <a:pPr marL="511809" indent="-285750">
              <a:lnSpc>
                <a:spcPts val="2100"/>
              </a:lnSpc>
              <a:buFont typeface="Arial MT"/>
              <a:buChar char="•"/>
              <a:tabLst>
                <a:tab pos="511809" algn="l"/>
              </a:tabLst>
            </a:pPr>
            <a:r>
              <a:rPr dirty="0" sz="1800" i="1">
                <a:latin typeface="Constantia"/>
                <a:cs typeface="Constantia"/>
              </a:rPr>
              <a:t>Sends</a:t>
            </a:r>
            <a:r>
              <a:rPr dirty="0" sz="1800" spc="-7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data</a:t>
            </a:r>
            <a:r>
              <a:rPr dirty="0" sz="1800" spc="-4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back</a:t>
            </a:r>
            <a:r>
              <a:rPr dirty="0" sz="1800" spc="-2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to</a:t>
            </a:r>
            <a:r>
              <a:rPr dirty="0" sz="1800" spc="-3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backend</a:t>
            </a:r>
            <a:endParaRPr sz="1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Constantia"/>
              <a:cs typeface="Constantia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Font typeface="Arial MT"/>
              <a:buChar char="•"/>
            </a:pPr>
            <a:endParaRPr sz="18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tabLst>
                <a:tab pos="928369" algn="l"/>
                <a:tab pos="2760980" algn="l"/>
              </a:tabLst>
            </a:pPr>
            <a:r>
              <a:rPr dirty="0" sz="2400" spc="-10" b="1">
                <a:latin typeface="Calibri"/>
                <a:cs typeface="Calibri"/>
              </a:rPr>
              <a:t>CI/CD</a:t>
            </a:r>
            <a:r>
              <a:rPr dirty="0" sz="2400" b="1">
                <a:latin typeface="Calibri"/>
                <a:cs typeface="Calibri"/>
              </a:rPr>
              <a:t>	</a:t>
            </a:r>
            <a:r>
              <a:rPr dirty="0" sz="2400" spc="-10" b="1">
                <a:latin typeface="Calibri"/>
                <a:cs typeface="Calibri"/>
              </a:rPr>
              <a:t>(Deployment</a:t>
            </a:r>
            <a:r>
              <a:rPr dirty="0" sz="2400" b="1">
                <a:latin typeface="Calibri"/>
                <a:cs typeface="Calibri"/>
              </a:rPr>
              <a:t>	</a:t>
            </a:r>
            <a:r>
              <a:rPr dirty="0" sz="2400" spc="75" b="1">
                <a:latin typeface="Calibri"/>
                <a:cs typeface="Calibri"/>
              </a:rPr>
              <a:t>Flow)</a:t>
            </a:r>
            <a:endParaRPr sz="2400">
              <a:latin typeface="Calibri"/>
              <a:cs typeface="Calibri"/>
            </a:endParaRPr>
          </a:p>
          <a:p>
            <a:pPr marL="469265" indent="-285750">
              <a:lnSpc>
                <a:spcPct val="100000"/>
              </a:lnSpc>
              <a:spcBef>
                <a:spcPts val="245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spc="-10" i="1">
                <a:latin typeface="Constantia"/>
                <a:cs typeface="Constantia"/>
              </a:rPr>
              <a:t>Code</a:t>
            </a:r>
            <a:r>
              <a:rPr dirty="0" sz="1800" spc="-5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pushed</a:t>
            </a:r>
            <a:r>
              <a:rPr dirty="0" sz="1800" spc="-3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to</a:t>
            </a:r>
            <a:r>
              <a:rPr dirty="0" sz="1800" spc="-4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GitHub</a:t>
            </a:r>
            <a:endParaRPr sz="1800">
              <a:latin typeface="Constantia"/>
              <a:cs typeface="Constantia"/>
            </a:endParaRPr>
          </a:p>
          <a:p>
            <a:pPr marL="469265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i="1">
                <a:latin typeface="Constantia"/>
                <a:cs typeface="Constantia"/>
              </a:rPr>
              <a:t>(Future)</a:t>
            </a:r>
            <a:r>
              <a:rPr dirty="0" sz="1800" spc="-60" i="1">
                <a:latin typeface="Constantia"/>
                <a:cs typeface="Constantia"/>
              </a:rPr>
              <a:t> </a:t>
            </a:r>
            <a:r>
              <a:rPr dirty="0" sz="1800" spc="-20" i="1">
                <a:latin typeface="Constantia"/>
                <a:cs typeface="Constantia"/>
              </a:rPr>
              <a:t>GitHub</a:t>
            </a:r>
            <a:r>
              <a:rPr dirty="0" sz="1800" spc="-8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Actions</a:t>
            </a:r>
            <a:r>
              <a:rPr dirty="0" sz="1800" spc="-4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for</a:t>
            </a:r>
            <a:r>
              <a:rPr dirty="0" sz="1800" spc="-5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automation</a:t>
            </a:r>
            <a:endParaRPr sz="1800">
              <a:latin typeface="Constantia"/>
              <a:cs typeface="Constantia"/>
            </a:endParaRPr>
          </a:p>
          <a:p>
            <a:pPr marL="469265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i="1">
                <a:latin typeface="Constantia"/>
                <a:cs typeface="Constantia"/>
              </a:rPr>
              <a:t>Deployment</a:t>
            </a:r>
            <a:r>
              <a:rPr dirty="0" sz="1800" spc="-45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on</a:t>
            </a:r>
            <a:r>
              <a:rPr dirty="0" sz="1800" spc="-9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Railway</a:t>
            </a:r>
            <a:endParaRPr sz="1800">
              <a:latin typeface="Constantia"/>
              <a:cs typeface="Constantia"/>
            </a:endParaRPr>
          </a:p>
          <a:p>
            <a:pPr marL="469265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i="1">
                <a:latin typeface="Constantia"/>
                <a:cs typeface="Constantia"/>
              </a:rPr>
              <a:t>Ensures</a:t>
            </a:r>
            <a:r>
              <a:rPr dirty="0" sz="1800" spc="-7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continuous</a:t>
            </a:r>
            <a:r>
              <a:rPr dirty="0" sz="1800" spc="-7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updates</a:t>
            </a:r>
            <a:r>
              <a:rPr dirty="0" sz="1800" spc="-70" i="1">
                <a:latin typeface="Constantia"/>
                <a:cs typeface="Constantia"/>
              </a:rPr>
              <a:t> </a:t>
            </a:r>
            <a:r>
              <a:rPr dirty="0" sz="1800" i="1">
                <a:latin typeface="Constantia"/>
                <a:cs typeface="Constantia"/>
              </a:rPr>
              <a:t>and</a:t>
            </a:r>
            <a:r>
              <a:rPr dirty="0" sz="1800" spc="-90" i="1">
                <a:latin typeface="Constantia"/>
                <a:cs typeface="Constantia"/>
              </a:rPr>
              <a:t> </a:t>
            </a:r>
            <a:r>
              <a:rPr dirty="0" sz="1800" spc="-10" i="1">
                <a:latin typeface="Constantia"/>
                <a:cs typeface="Constantia"/>
              </a:rPr>
              <a:t>scalability</a:t>
            </a:r>
            <a:endParaRPr sz="1800">
              <a:latin typeface="Constantia"/>
              <a:cs typeface="Constant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43852" y="1466722"/>
            <a:ext cx="111125" cy="1666875"/>
          </a:xfrm>
          <a:custGeom>
            <a:avLst/>
            <a:gdLst/>
            <a:ahLst/>
            <a:cxnLst/>
            <a:rect l="l" t="t" r="r" b="b"/>
            <a:pathLst>
              <a:path w="111125" h="1666875">
                <a:moveTo>
                  <a:pt x="10528" y="1560956"/>
                </a:moveTo>
                <a:lnTo>
                  <a:pt x="6007" y="1563751"/>
                </a:lnTo>
                <a:lnTo>
                  <a:pt x="1485" y="1566417"/>
                </a:lnTo>
                <a:lnTo>
                  <a:pt x="0" y="1572260"/>
                </a:lnTo>
                <a:lnTo>
                  <a:pt x="2692" y="1576704"/>
                </a:lnTo>
                <a:lnTo>
                  <a:pt x="56133" y="1666621"/>
                </a:lnTo>
                <a:lnTo>
                  <a:pt x="66877" y="1647825"/>
                </a:lnTo>
                <a:lnTo>
                  <a:pt x="46456" y="1647825"/>
                </a:lnTo>
                <a:lnTo>
                  <a:pt x="46155" y="1612601"/>
                </a:lnTo>
                <a:lnTo>
                  <a:pt x="46153" y="1612417"/>
                </a:lnTo>
                <a:lnTo>
                  <a:pt x="19062" y="1567052"/>
                </a:lnTo>
                <a:lnTo>
                  <a:pt x="16370" y="1562480"/>
                </a:lnTo>
                <a:lnTo>
                  <a:pt x="10528" y="1560956"/>
                </a:lnTo>
                <a:close/>
              </a:path>
              <a:path w="111125" h="1666875">
                <a:moveTo>
                  <a:pt x="46155" y="1612601"/>
                </a:moveTo>
                <a:lnTo>
                  <a:pt x="46294" y="1628827"/>
                </a:lnTo>
                <a:lnTo>
                  <a:pt x="46415" y="1642999"/>
                </a:lnTo>
                <a:lnTo>
                  <a:pt x="46456" y="1647825"/>
                </a:lnTo>
                <a:lnTo>
                  <a:pt x="65493" y="1647571"/>
                </a:lnTo>
                <a:lnTo>
                  <a:pt x="65454" y="1642999"/>
                </a:lnTo>
                <a:lnTo>
                  <a:pt x="47701" y="1642999"/>
                </a:lnTo>
                <a:lnTo>
                  <a:pt x="55806" y="1628827"/>
                </a:lnTo>
                <a:lnTo>
                  <a:pt x="46155" y="1612601"/>
                </a:lnTo>
                <a:close/>
              </a:path>
              <a:path w="111125" h="1666875">
                <a:moveTo>
                  <a:pt x="99936" y="1560194"/>
                </a:moveTo>
                <a:lnTo>
                  <a:pt x="94119" y="1561846"/>
                </a:lnTo>
                <a:lnTo>
                  <a:pt x="65193" y="1612417"/>
                </a:lnTo>
                <a:lnTo>
                  <a:pt x="65333" y="1628827"/>
                </a:lnTo>
                <a:lnTo>
                  <a:pt x="65454" y="1642999"/>
                </a:lnTo>
                <a:lnTo>
                  <a:pt x="65493" y="1647571"/>
                </a:lnTo>
                <a:lnTo>
                  <a:pt x="46456" y="1647825"/>
                </a:lnTo>
                <a:lnTo>
                  <a:pt x="66877" y="1647825"/>
                </a:lnTo>
                <a:lnTo>
                  <a:pt x="110642" y="1571243"/>
                </a:lnTo>
                <a:lnTo>
                  <a:pt x="109067" y="1565528"/>
                </a:lnTo>
                <a:lnTo>
                  <a:pt x="99936" y="1560194"/>
                </a:lnTo>
                <a:close/>
              </a:path>
              <a:path w="111125" h="1666875">
                <a:moveTo>
                  <a:pt x="55806" y="1628827"/>
                </a:moveTo>
                <a:lnTo>
                  <a:pt x="47701" y="1642999"/>
                </a:lnTo>
                <a:lnTo>
                  <a:pt x="64235" y="1642999"/>
                </a:lnTo>
                <a:lnTo>
                  <a:pt x="55806" y="1628827"/>
                </a:lnTo>
                <a:close/>
              </a:path>
              <a:path w="111125" h="1666875">
                <a:moveTo>
                  <a:pt x="65195" y="1612601"/>
                </a:moveTo>
                <a:lnTo>
                  <a:pt x="55806" y="1628827"/>
                </a:lnTo>
                <a:lnTo>
                  <a:pt x="64235" y="1642999"/>
                </a:lnTo>
                <a:lnTo>
                  <a:pt x="65454" y="1642999"/>
                </a:lnTo>
                <a:lnTo>
                  <a:pt x="65195" y="1612601"/>
                </a:lnTo>
                <a:close/>
              </a:path>
              <a:path w="111125" h="1666875">
                <a:moveTo>
                  <a:pt x="51422" y="0"/>
                </a:moveTo>
                <a:lnTo>
                  <a:pt x="32372" y="253"/>
                </a:lnTo>
                <a:lnTo>
                  <a:pt x="45707" y="1560194"/>
                </a:lnTo>
                <a:lnTo>
                  <a:pt x="45727" y="1562480"/>
                </a:lnTo>
                <a:lnTo>
                  <a:pt x="45848" y="1576704"/>
                </a:lnTo>
                <a:lnTo>
                  <a:pt x="46045" y="1612417"/>
                </a:lnTo>
                <a:lnTo>
                  <a:pt x="55806" y="1628827"/>
                </a:lnTo>
                <a:lnTo>
                  <a:pt x="65087" y="1612601"/>
                </a:lnTo>
                <a:lnTo>
                  <a:pt x="65193" y="1612417"/>
                </a:lnTo>
                <a:lnTo>
                  <a:pt x="51424" y="253"/>
                </a:lnTo>
                <a:lnTo>
                  <a:pt x="51422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63029" y="3847972"/>
            <a:ext cx="111125" cy="1965960"/>
          </a:xfrm>
          <a:custGeom>
            <a:avLst/>
            <a:gdLst/>
            <a:ahLst/>
            <a:cxnLst/>
            <a:rect l="l" t="t" r="r" b="b"/>
            <a:pathLst>
              <a:path w="111125" h="1965960">
                <a:moveTo>
                  <a:pt x="10541" y="1860067"/>
                </a:moveTo>
                <a:lnTo>
                  <a:pt x="1498" y="1865426"/>
                </a:lnTo>
                <a:lnTo>
                  <a:pt x="0" y="1871268"/>
                </a:lnTo>
                <a:lnTo>
                  <a:pt x="56019" y="1965705"/>
                </a:lnTo>
                <a:lnTo>
                  <a:pt x="66816" y="1946884"/>
                </a:lnTo>
                <a:lnTo>
                  <a:pt x="46355" y="1946884"/>
                </a:lnTo>
                <a:lnTo>
                  <a:pt x="46320" y="1942071"/>
                </a:lnTo>
                <a:lnTo>
                  <a:pt x="46217" y="1927917"/>
                </a:lnTo>
                <a:lnTo>
                  <a:pt x="46098" y="1911520"/>
                </a:lnTo>
                <a:lnTo>
                  <a:pt x="16383" y="1861553"/>
                </a:lnTo>
                <a:lnTo>
                  <a:pt x="10541" y="1860067"/>
                </a:lnTo>
                <a:close/>
              </a:path>
              <a:path w="111125" h="1965960">
                <a:moveTo>
                  <a:pt x="46099" y="1911656"/>
                </a:moveTo>
                <a:lnTo>
                  <a:pt x="46217" y="1927917"/>
                </a:lnTo>
                <a:lnTo>
                  <a:pt x="46320" y="1942071"/>
                </a:lnTo>
                <a:lnTo>
                  <a:pt x="46355" y="1946884"/>
                </a:lnTo>
                <a:lnTo>
                  <a:pt x="65405" y="1946744"/>
                </a:lnTo>
                <a:lnTo>
                  <a:pt x="65371" y="1942071"/>
                </a:lnTo>
                <a:lnTo>
                  <a:pt x="47625" y="1942071"/>
                </a:lnTo>
                <a:lnTo>
                  <a:pt x="55744" y="1927917"/>
                </a:lnTo>
                <a:lnTo>
                  <a:pt x="46099" y="1911656"/>
                </a:lnTo>
                <a:close/>
              </a:path>
              <a:path w="111125" h="1965960">
                <a:moveTo>
                  <a:pt x="99949" y="1859407"/>
                </a:moveTo>
                <a:lnTo>
                  <a:pt x="94132" y="1860994"/>
                </a:lnTo>
                <a:lnTo>
                  <a:pt x="65149" y="1911520"/>
                </a:lnTo>
                <a:lnTo>
                  <a:pt x="65268" y="1927917"/>
                </a:lnTo>
                <a:lnTo>
                  <a:pt x="65371" y="1942071"/>
                </a:lnTo>
                <a:lnTo>
                  <a:pt x="65405" y="1946744"/>
                </a:lnTo>
                <a:lnTo>
                  <a:pt x="46355" y="1946884"/>
                </a:lnTo>
                <a:lnTo>
                  <a:pt x="66816" y="1946884"/>
                </a:lnTo>
                <a:lnTo>
                  <a:pt x="110655" y="1870468"/>
                </a:lnTo>
                <a:lnTo>
                  <a:pt x="109080" y="1864652"/>
                </a:lnTo>
                <a:lnTo>
                  <a:pt x="99949" y="1859407"/>
                </a:lnTo>
                <a:close/>
              </a:path>
              <a:path w="111125" h="1965960">
                <a:moveTo>
                  <a:pt x="55744" y="1927917"/>
                </a:moveTo>
                <a:lnTo>
                  <a:pt x="47625" y="1942071"/>
                </a:lnTo>
                <a:lnTo>
                  <a:pt x="64139" y="1942071"/>
                </a:lnTo>
                <a:lnTo>
                  <a:pt x="55744" y="1927917"/>
                </a:lnTo>
                <a:close/>
              </a:path>
              <a:path w="111125" h="1965960">
                <a:moveTo>
                  <a:pt x="65150" y="1911656"/>
                </a:moveTo>
                <a:lnTo>
                  <a:pt x="55744" y="1927917"/>
                </a:lnTo>
                <a:lnTo>
                  <a:pt x="64139" y="1942071"/>
                </a:lnTo>
                <a:lnTo>
                  <a:pt x="65371" y="1942071"/>
                </a:lnTo>
                <a:lnTo>
                  <a:pt x="65268" y="1927917"/>
                </a:lnTo>
                <a:lnTo>
                  <a:pt x="65150" y="1911656"/>
                </a:lnTo>
                <a:close/>
              </a:path>
              <a:path w="111125" h="1965960">
                <a:moveTo>
                  <a:pt x="51295" y="0"/>
                </a:moveTo>
                <a:lnTo>
                  <a:pt x="32245" y="253"/>
                </a:lnTo>
                <a:lnTo>
                  <a:pt x="45720" y="1859407"/>
                </a:lnTo>
                <a:lnTo>
                  <a:pt x="45834" y="1875027"/>
                </a:lnTo>
                <a:lnTo>
                  <a:pt x="46019" y="1911520"/>
                </a:lnTo>
                <a:lnTo>
                  <a:pt x="55744" y="1927917"/>
                </a:lnTo>
                <a:lnTo>
                  <a:pt x="65071" y="1911656"/>
                </a:lnTo>
                <a:lnTo>
                  <a:pt x="65149" y="1911520"/>
                </a:lnTo>
                <a:lnTo>
                  <a:pt x="51297" y="253"/>
                </a:lnTo>
                <a:lnTo>
                  <a:pt x="51295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520815" y="1495297"/>
            <a:ext cx="111125" cy="1538605"/>
          </a:xfrm>
          <a:custGeom>
            <a:avLst/>
            <a:gdLst/>
            <a:ahLst/>
            <a:cxnLst/>
            <a:rect l="l" t="t" r="r" b="b"/>
            <a:pathLst>
              <a:path w="111125" h="1538605">
                <a:moveTo>
                  <a:pt x="10413" y="1432814"/>
                </a:moveTo>
                <a:lnTo>
                  <a:pt x="5968" y="1435607"/>
                </a:lnTo>
                <a:lnTo>
                  <a:pt x="1396" y="1438275"/>
                </a:lnTo>
                <a:lnTo>
                  <a:pt x="0" y="1444116"/>
                </a:lnTo>
                <a:lnTo>
                  <a:pt x="2666" y="1448562"/>
                </a:lnTo>
                <a:lnTo>
                  <a:pt x="56133" y="1538477"/>
                </a:lnTo>
                <a:lnTo>
                  <a:pt x="66932" y="1519554"/>
                </a:lnTo>
                <a:lnTo>
                  <a:pt x="46481" y="1519554"/>
                </a:lnTo>
                <a:lnTo>
                  <a:pt x="46155" y="1484417"/>
                </a:lnTo>
                <a:lnTo>
                  <a:pt x="46154" y="1484211"/>
                </a:lnTo>
                <a:lnTo>
                  <a:pt x="19050" y="1438910"/>
                </a:lnTo>
                <a:lnTo>
                  <a:pt x="16255" y="1434338"/>
                </a:lnTo>
                <a:lnTo>
                  <a:pt x="10413" y="1432814"/>
                </a:lnTo>
                <a:close/>
              </a:path>
              <a:path w="111125" h="1538605">
                <a:moveTo>
                  <a:pt x="46155" y="1484417"/>
                </a:moveTo>
                <a:lnTo>
                  <a:pt x="46436" y="1514602"/>
                </a:lnTo>
                <a:lnTo>
                  <a:pt x="46481" y="1519554"/>
                </a:lnTo>
                <a:lnTo>
                  <a:pt x="65533" y="1519554"/>
                </a:lnTo>
                <a:lnTo>
                  <a:pt x="65489" y="1514855"/>
                </a:lnTo>
                <a:lnTo>
                  <a:pt x="47751" y="1514855"/>
                </a:lnTo>
                <a:lnTo>
                  <a:pt x="55833" y="1500665"/>
                </a:lnTo>
                <a:lnTo>
                  <a:pt x="46155" y="1484417"/>
                </a:lnTo>
                <a:close/>
              </a:path>
              <a:path w="111125" h="1538605">
                <a:moveTo>
                  <a:pt x="99821" y="1432052"/>
                </a:moveTo>
                <a:lnTo>
                  <a:pt x="94106" y="1433576"/>
                </a:lnTo>
                <a:lnTo>
                  <a:pt x="91367" y="1438275"/>
                </a:lnTo>
                <a:lnTo>
                  <a:pt x="65205" y="1484211"/>
                </a:lnTo>
                <a:lnTo>
                  <a:pt x="65487" y="1514602"/>
                </a:lnTo>
                <a:lnTo>
                  <a:pt x="65533" y="1519554"/>
                </a:lnTo>
                <a:lnTo>
                  <a:pt x="66932" y="1519554"/>
                </a:lnTo>
                <a:lnTo>
                  <a:pt x="107950" y="1447673"/>
                </a:lnTo>
                <a:lnTo>
                  <a:pt x="110616" y="1443101"/>
                </a:lnTo>
                <a:lnTo>
                  <a:pt x="108965" y="1437259"/>
                </a:lnTo>
                <a:lnTo>
                  <a:pt x="104393" y="1434591"/>
                </a:lnTo>
                <a:lnTo>
                  <a:pt x="99821" y="1432052"/>
                </a:lnTo>
                <a:close/>
              </a:path>
              <a:path w="111125" h="1538605">
                <a:moveTo>
                  <a:pt x="55833" y="1500665"/>
                </a:moveTo>
                <a:lnTo>
                  <a:pt x="47751" y="1514855"/>
                </a:lnTo>
                <a:lnTo>
                  <a:pt x="64134" y="1514602"/>
                </a:lnTo>
                <a:lnTo>
                  <a:pt x="55833" y="1500665"/>
                </a:lnTo>
                <a:close/>
              </a:path>
              <a:path w="111125" h="1538605">
                <a:moveTo>
                  <a:pt x="65207" y="1484417"/>
                </a:moveTo>
                <a:lnTo>
                  <a:pt x="55833" y="1500665"/>
                </a:lnTo>
                <a:lnTo>
                  <a:pt x="64134" y="1514602"/>
                </a:lnTo>
                <a:lnTo>
                  <a:pt x="47751" y="1514855"/>
                </a:lnTo>
                <a:lnTo>
                  <a:pt x="65489" y="1514855"/>
                </a:lnTo>
                <a:lnTo>
                  <a:pt x="65207" y="1484417"/>
                </a:lnTo>
                <a:close/>
              </a:path>
              <a:path w="111125" h="1538605">
                <a:moveTo>
                  <a:pt x="51434" y="0"/>
                </a:moveTo>
                <a:lnTo>
                  <a:pt x="32384" y="253"/>
                </a:lnTo>
                <a:lnTo>
                  <a:pt x="45670" y="1432052"/>
                </a:lnTo>
                <a:lnTo>
                  <a:pt x="45703" y="1435607"/>
                </a:lnTo>
                <a:lnTo>
                  <a:pt x="45823" y="1448562"/>
                </a:lnTo>
                <a:lnTo>
                  <a:pt x="46033" y="1484211"/>
                </a:lnTo>
                <a:lnTo>
                  <a:pt x="55833" y="1500665"/>
                </a:lnTo>
                <a:lnTo>
                  <a:pt x="65087" y="1484417"/>
                </a:lnTo>
                <a:lnTo>
                  <a:pt x="65205" y="1484211"/>
                </a:lnTo>
                <a:lnTo>
                  <a:pt x="51437" y="253"/>
                </a:lnTo>
                <a:lnTo>
                  <a:pt x="51434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527292" y="3733800"/>
            <a:ext cx="123189" cy="1524000"/>
          </a:xfrm>
          <a:custGeom>
            <a:avLst/>
            <a:gdLst/>
            <a:ahLst/>
            <a:cxnLst/>
            <a:rect l="l" t="t" r="r" b="b"/>
            <a:pathLst>
              <a:path w="123190" h="1524000">
                <a:moveTo>
                  <a:pt x="22986" y="1418463"/>
                </a:moveTo>
                <a:lnTo>
                  <a:pt x="18541" y="1421130"/>
                </a:lnTo>
                <a:lnTo>
                  <a:pt x="13969" y="1423924"/>
                </a:lnTo>
                <a:lnTo>
                  <a:pt x="12573" y="1429766"/>
                </a:lnTo>
                <a:lnTo>
                  <a:pt x="15239" y="1434211"/>
                </a:lnTo>
                <a:lnTo>
                  <a:pt x="68706" y="1524000"/>
                </a:lnTo>
                <a:lnTo>
                  <a:pt x="79432" y="1505204"/>
                </a:lnTo>
                <a:lnTo>
                  <a:pt x="59054" y="1505204"/>
                </a:lnTo>
                <a:lnTo>
                  <a:pt x="58724" y="1470007"/>
                </a:lnTo>
                <a:lnTo>
                  <a:pt x="58722" y="1469792"/>
                </a:lnTo>
                <a:lnTo>
                  <a:pt x="31623" y="1424432"/>
                </a:lnTo>
                <a:lnTo>
                  <a:pt x="28828" y="1419987"/>
                </a:lnTo>
                <a:lnTo>
                  <a:pt x="22986" y="1418463"/>
                </a:lnTo>
                <a:close/>
              </a:path>
              <a:path w="123190" h="1524000">
                <a:moveTo>
                  <a:pt x="58724" y="1470007"/>
                </a:moveTo>
                <a:lnTo>
                  <a:pt x="59008" y="1500251"/>
                </a:lnTo>
                <a:lnTo>
                  <a:pt x="59054" y="1505204"/>
                </a:lnTo>
                <a:lnTo>
                  <a:pt x="78106" y="1505204"/>
                </a:lnTo>
                <a:lnTo>
                  <a:pt x="78060" y="1500378"/>
                </a:lnTo>
                <a:lnTo>
                  <a:pt x="60325" y="1500378"/>
                </a:lnTo>
                <a:lnTo>
                  <a:pt x="68383" y="1486251"/>
                </a:lnTo>
                <a:lnTo>
                  <a:pt x="58724" y="1470007"/>
                </a:lnTo>
                <a:close/>
              </a:path>
              <a:path w="123190" h="1524000">
                <a:moveTo>
                  <a:pt x="112394" y="1417701"/>
                </a:moveTo>
                <a:lnTo>
                  <a:pt x="106679" y="1419225"/>
                </a:lnTo>
                <a:lnTo>
                  <a:pt x="103940" y="1423924"/>
                </a:lnTo>
                <a:lnTo>
                  <a:pt x="77773" y="1469792"/>
                </a:lnTo>
                <a:lnTo>
                  <a:pt x="78059" y="1500251"/>
                </a:lnTo>
                <a:lnTo>
                  <a:pt x="78106" y="1505204"/>
                </a:lnTo>
                <a:lnTo>
                  <a:pt x="79432" y="1505204"/>
                </a:lnTo>
                <a:lnTo>
                  <a:pt x="120523" y="1433195"/>
                </a:lnTo>
                <a:lnTo>
                  <a:pt x="123189" y="1428623"/>
                </a:lnTo>
                <a:lnTo>
                  <a:pt x="121538" y="1422908"/>
                </a:lnTo>
                <a:lnTo>
                  <a:pt x="116966" y="1420241"/>
                </a:lnTo>
                <a:lnTo>
                  <a:pt x="112394" y="1417701"/>
                </a:lnTo>
                <a:close/>
              </a:path>
              <a:path w="123190" h="1524000">
                <a:moveTo>
                  <a:pt x="68383" y="1486251"/>
                </a:moveTo>
                <a:lnTo>
                  <a:pt x="60397" y="1500251"/>
                </a:lnTo>
                <a:lnTo>
                  <a:pt x="60325" y="1500378"/>
                </a:lnTo>
                <a:lnTo>
                  <a:pt x="76707" y="1500251"/>
                </a:lnTo>
                <a:lnTo>
                  <a:pt x="68383" y="1486251"/>
                </a:lnTo>
                <a:close/>
              </a:path>
              <a:path w="123190" h="1524000">
                <a:moveTo>
                  <a:pt x="77775" y="1470007"/>
                </a:moveTo>
                <a:lnTo>
                  <a:pt x="68383" y="1486251"/>
                </a:lnTo>
                <a:lnTo>
                  <a:pt x="76707" y="1500251"/>
                </a:lnTo>
                <a:lnTo>
                  <a:pt x="60325" y="1500378"/>
                </a:lnTo>
                <a:lnTo>
                  <a:pt x="78060" y="1500378"/>
                </a:lnTo>
                <a:lnTo>
                  <a:pt x="77775" y="1470007"/>
                </a:lnTo>
                <a:close/>
              </a:path>
              <a:path w="123190" h="1524000">
                <a:moveTo>
                  <a:pt x="54817" y="37727"/>
                </a:moveTo>
                <a:lnTo>
                  <a:pt x="45416" y="54207"/>
                </a:lnTo>
                <a:lnTo>
                  <a:pt x="58232" y="1417701"/>
                </a:lnTo>
                <a:lnTo>
                  <a:pt x="58264" y="1421130"/>
                </a:lnTo>
                <a:lnTo>
                  <a:pt x="58387" y="1434211"/>
                </a:lnTo>
                <a:lnTo>
                  <a:pt x="58596" y="1469792"/>
                </a:lnTo>
                <a:lnTo>
                  <a:pt x="68383" y="1486251"/>
                </a:lnTo>
                <a:lnTo>
                  <a:pt x="77650" y="1470007"/>
                </a:lnTo>
                <a:lnTo>
                  <a:pt x="77773" y="1469792"/>
                </a:lnTo>
                <a:lnTo>
                  <a:pt x="64467" y="54207"/>
                </a:lnTo>
                <a:lnTo>
                  <a:pt x="64465" y="53905"/>
                </a:lnTo>
                <a:lnTo>
                  <a:pt x="54817" y="37727"/>
                </a:lnTo>
                <a:close/>
              </a:path>
              <a:path w="123190" h="1524000">
                <a:moveTo>
                  <a:pt x="54482" y="0"/>
                </a:moveTo>
                <a:lnTo>
                  <a:pt x="2666" y="90805"/>
                </a:lnTo>
                <a:lnTo>
                  <a:pt x="0" y="95250"/>
                </a:lnTo>
                <a:lnTo>
                  <a:pt x="1650" y="101092"/>
                </a:lnTo>
                <a:lnTo>
                  <a:pt x="6223" y="103758"/>
                </a:lnTo>
                <a:lnTo>
                  <a:pt x="10794" y="106299"/>
                </a:lnTo>
                <a:lnTo>
                  <a:pt x="16636" y="104775"/>
                </a:lnTo>
                <a:lnTo>
                  <a:pt x="19176" y="100202"/>
                </a:lnTo>
                <a:lnTo>
                  <a:pt x="45416" y="54207"/>
                </a:lnTo>
                <a:lnTo>
                  <a:pt x="45130" y="23749"/>
                </a:lnTo>
                <a:lnTo>
                  <a:pt x="45084" y="18923"/>
                </a:lnTo>
                <a:lnTo>
                  <a:pt x="65675" y="18795"/>
                </a:lnTo>
                <a:lnTo>
                  <a:pt x="54482" y="0"/>
                </a:lnTo>
                <a:close/>
              </a:path>
              <a:path w="123190" h="1524000">
                <a:moveTo>
                  <a:pt x="65675" y="18795"/>
                </a:moveTo>
                <a:lnTo>
                  <a:pt x="64134" y="18795"/>
                </a:lnTo>
                <a:lnTo>
                  <a:pt x="64465" y="53905"/>
                </a:lnTo>
                <a:lnTo>
                  <a:pt x="91693" y="99568"/>
                </a:lnTo>
                <a:lnTo>
                  <a:pt x="94360" y="104012"/>
                </a:lnTo>
                <a:lnTo>
                  <a:pt x="100202" y="105537"/>
                </a:lnTo>
                <a:lnTo>
                  <a:pt x="104648" y="102869"/>
                </a:lnTo>
                <a:lnTo>
                  <a:pt x="109012" y="100202"/>
                </a:lnTo>
                <a:lnTo>
                  <a:pt x="109186" y="100202"/>
                </a:lnTo>
                <a:lnTo>
                  <a:pt x="110743" y="94233"/>
                </a:lnTo>
                <a:lnTo>
                  <a:pt x="107950" y="89788"/>
                </a:lnTo>
                <a:lnTo>
                  <a:pt x="65751" y="18923"/>
                </a:lnTo>
                <a:lnTo>
                  <a:pt x="65675" y="18795"/>
                </a:lnTo>
                <a:close/>
              </a:path>
              <a:path w="123190" h="1524000">
                <a:moveTo>
                  <a:pt x="64134" y="18795"/>
                </a:moveTo>
                <a:lnTo>
                  <a:pt x="45084" y="18923"/>
                </a:lnTo>
                <a:lnTo>
                  <a:pt x="45413" y="53905"/>
                </a:lnTo>
                <a:lnTo>
                  <a:pt x="45416" y="54207"/>
                </a:lnTo>
                <a:lnTo>
                  <a:pt x="54817" y="37727"/>
                </a:lnTo>
                <a:lnTo>
                  <a:pt x="46481" y="23749"/>
                </a:lnTo>
                <a:lnTo>
                  <a:pt x="64181" y="23749"/>
                </a:lnTo>
                <a:lnTo>
                  <a:pt x="64134" y="18795"/>
                </a:lnTo>
                <a:close/>
              </a:path>
              <a:path w="123190" h="1524000">
                <a:moveTo>
                  <a:pt x="64181" y="23749"/>
                </a:moveTo>
                <a:lnTo>
                  <a:pt x="62792" y="23749"/>
                </a:lnTo>
                <a:lnTo>
                  <a:pt x="54817" y="37727"/>
                </a:lnTo>
                <a:lnTo>
                  <a:pt x="64465" y="53905"/>
                </a:lnTo>
                <a:lnTo>
                  <a:pt x="64181" y="23749"/>
                </a:lnTo>
                <a:close/>
              </a:path>
              <a:path w="123190" h="1524000">
                <a:moveTo>
                  <a:pt x="62792" y="23749"/>
                </a:moveTo>
                <a:lnTo>
                  <a:pt x="46481" y="23749"/>
                </a:lnTo>
                <a:lnTo>
                  <a:pt x="54817" y="37727"/>
                </a:lnTo>
                <a:lnTo>
                  <a:pt x="62792" y="23749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F476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5279" y="180339"/>
            <a:ext cx="222123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254" i="0">
                <a:solidFill>
                  <a:srgbClr val="FFFFFF"/>
                </a:solidFill>
                <a:latin typeface="Arial"/>
                <a:cs typeface="Arial"/>
              </a:rPr>
              <a:t>Tech</a:t>
            </a:r>
            <a:r>
              <a:rPr dirty="0" sz="3600" spc="125" i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600" spc="-160" i="0">
                <a:solidFill>
                  <a:srgbClr val="FFFFFF"/>
                </a:solidFill>
                <a:latin typeface="Arial"/>
                <a:cs typeface="Arial"/>
              </a:rPr>
              <a:t>Stack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47651" y="1495426"/>
            <a:ext cx="2105025" cy="3533775"/>
            <a:chOff x="247651" y="1495426"/>
            <a:chExt cx="2105025" cy="3533775"/>
          </a:xfrm>
        </p:grpSpPr>
        <p:sp>
          <p:nvSpPr>
            <p:cNvPr id="5" name="object 5" descr=""/>
            <p:cNvSpPr/>
            <p:nvPr/>
          </p:nvSpPr>
          <p:spPr>
            <a:xfrm>
              <a:off x="257175" y="1504949"/>
              <a:ext cx="2085975" cy="3514725"/>
            </a:xfrm>
            <a:custGeom>
              <a:avLst/>
              <a:gdLst/>
              <a:ahLst/>
              <a:cxnLst/>
              <a:rect l="l" t="t" r="r" b="b"/>
              <a:pathLst>
                <a:path w="2085975" h="3514725">
                  <a:moveTo>
                    <a:pt x="2085975" y="260731"/>
                  </a:moveTo>
                  <a:lnTo>
                    <a:pt x="2064778" y="208191"/>
                  </a:lnTo>
                  <a:lnTo>
                    <a:pt x="2028405" y="175094"/>
                  </a:lnTo>
                  <a:lnTo>
                    <a:pt x="1975675" y="143903"/>
                  </a:lnTo>
                  <a:lnTo>
                    <a:pt x="1907832" y="114947"/>
                  </a:lnTo>
                  <a:lnTo>
                    <a:pt x="1868639" y="101409"/>
                  </a:lnTo>
                  <a:lnTo>
                    <a:pt x="1826133" y="88531"/>
                  </a:lnTo>
                  <a:lnTo>
                    <a:pt x="1780476" y="76365"/>
                  </a:lnTo>
                  <a:lnTo>
                    <a:pt x="1731810" y="64947"/>
                  </a:lnTo>
                  <a:lnTo>
                    <a:pt x="1680298" y="54330"/>
                  </a:lnTo>
                  <a:lnTo>
                    <a:pt x="1626108" y="44526"/>
                  </a:lnTo>
                  <a:lnTo>
                    <a:pt x="1569364" y="35598"/>
                  </a:lnTo>
                  <a:lnTo>
                    <a:pt x="1510258" y="27571"/>
                  </a:lnTo>
                  <a:lnTo>
                    <a:pt x="1448930" y="20497"/>
                  </a:lnTo>
                  <a:lnTo>
                    <a:pt x="1385519" y="14389"/>
                  </a:lnTo>
                  <a:lnTo>
                    <a:pt x="1320203" y="9321"/>
                  </a:lnTo>
                  <a:lnTo>
                    <a:pt x="1253134" y="5308"/>
                  </a:lnTo>
                  <a:lnTo>
                    <a:pt x="1184452" y="2387"/>
                  </a:lnTo>
                  <a:lnTo>
                    <a:pt x="1114336" y="609"/>
                  </a:lnTo>
                  <a:lnTo>
                    <a:pt x="1042924" y="0"/>
                  </a:lnTo>
                  <a:lnTo>
                    <a:pt x="971511" y="609"/>
                  </a:lnTo>
                  <a:lnTo>
                    <a:pt x="901407" y="2387"/>
                  </a:lnTo>
                  <a:lnTo>
                    <a:pt x="832739" y="5308"/>
                  </a:lnTo>
                  <a:lnTo>
                    <a:pt x="765683" y="9321"/>
                  </a:lnTo>
                  <a:lnTo>
                    <a:pt x="700366" y="14389"/>
                  </a:lnTo>
                  <a:lnTo>
                    <a:pt x="636981" y="20497"/>
                  </a:lnTo>
                  <a:lnTo>
                    <a:pt x="575652" y="27571"/>
                  </a:lnTo>
                  <a:lnTo>
                    <a:pt x="516547" y="35598"/>
                  </a:lnTo>
                  <a:lnTo>
                    <a:pt x="459828" y="44526"/>
                  </a:lnTo>
                  <a:lnTo>
                    <a:pt x="405638" y="54330"/>
                  </a:lnTo>
                  <a:lnTo>
                    <a:pt x="354126" y="64947"/>
                  </a:lnTo>
                  <a:lnTo>
                    <a:pt x="305473" y="76365"/>
                  </a:lnTo>
                  <a:lnTo>
                    <a:pt x="259816" y="88531"/>
                  </a:lnTo>
                  <a:lnTo>
                    <a:pt x="217309" y="101409"/>
                  </a:lnTo>
                  <a:lnTo>
                    <a:pt x="178117" y="114947"/>
                  </a:lnTo>
                  <a:lnTo>
                    <a:pt x="142392" y="129133"/>
                  </a:lnTo>
                  <a:lnTo>
                    <a:pt x="81953" y="159245"/>
                  </a:lnTo>
                  <a:lnTo>
                    <a:pt x="37249" y="191414"/>
                  </a:lnTo>
                  <a:lnTo>
                    <a:pt x="9512" y="225348"/>
                  </a:lnTo>
                  <a:lnTo>
                    <a:pt x="0" y="260731"/>
                  </a:lnTo>
                  <a:lnTo>
                    <a:pt x="0" y="3253994"/>
                  </a:lnTo>
                  <a:lnTo>
                    <a:pt x="21183" y="3306546"/>
                  </a:lnTo>
                  <a:lnTo>
                    <a:pt x="57556" y="3339642"/>
                  </a:lnTo>
                  <a:lnTo>
                    <a:pt x="110286" y="3370834"/>
                  </a:lnTo>
                  <a:lnTo>
                    <a:pt x="178130" y="3399790"/>
                  </a:lnTo>
                  <a:lnTo>
                    <a:pt x="217322" y="3413328"/>
                  </a:lnTo>
                  <a:lnTo>
                    <a:pt x="259829" y="3426206"/>
                  </a:lnTo>
                  <a:lnTo>
                    <a:pt x="305485" y="3438372"/>
                  </a:lnTo>
                  <a:lnTo>
                    <a:pt x="354152" y="3449790"/>
                  </a:lnTo>
                  <a:lnTo>
                    <a:pt x="405663" y="3460407"/>
                  </a:lnTo>
                  <a:lnTo>
                    <a:pt x="459854" y="3470211"/>
                  </a:lnTo>
                  <a:lnTo>
                    <a:pt x="516585" y="3479139"/>
                  </a:lnTo>
                  <a:lnTo>
                    <a:pt x="575703" y="3487166"/>
                  </a:lnTo>
                  <a:lnTo>
                    <a:pt x="637032" y="3494240"/>
                  </a:lnTo>
                  <a:lnTo>
                    <a:pt x="700430" y="3500348"/>
                  </a:lnTo>
                  <a:lnTo>
                    <a:pt x="765746" y="3505416"/>
                  </a:lnTo>
                  <a:lnTo>
                    <a:pt x="832827" y="3509429"/>
                  </a:lnTo>
                  <a:lnTo>
                    <a:pt x="901509" y="3512350"/>
                  </a:lnTo>
                  <a:lnTo>
                    <a:pt x="971626" y="3514128"/>
                  </a:lnTo>
                  <a:lnTo>
                    <a:pt x="1043051" y="3514725"/>
                  </a:lnTo>
                  <a:lnTo>
                    <a:pt x="1114450" y="3514128"/>
                  </a:lnTo>
                  <a:lnTo>
                    <a:pt x="1184554" y="3512350"/>
                  </a:lnTo>
                  <a:lnTo>
                    <a:pt x="1253223" y="3509429"/>
                  </a:lnTo>
                  <a:lnTo>
                    <a:pt x="1320279" y="3505416"/>
                  </a:lnTo>
                  <a:lnTo>
                    <a:pt x="1385582" y="3500348"/>
                  </a:lnTo>
                  <a:lnTo>
                    <a:pt x="1448981" y="3494240"/>
                  </a:lnTo>
                  <a:lnTo>
                    <a:pt x="1510309" y="3487166"/>
                  </a:lnTo>
                  <a:lnTo>
                    <a:pt x="1569402" y="3479139"/>
                  </a:lnTo>
                  <a:lnTo>
                    <a:pt x="1626133" y="3470211"/>
                  </a:lnTo>
                  <a:lnTo>
                    <a:pt x="1680324" y="3460407"/>
                  </a:lnTo>
                  <a:lnTo>
                    <a:pt x="1731822" y="3449790"/>
                  </a:lnTo>
                  <a:lnTo>
                    <a:pt x="1780489" y="3438372"/>
                  </a:lnTo>
                  <a:lnTo>
                    <a:pt x="1826145" y="3426206"/>
                  </a:lnTo>
                  <a:lnTo>
                    <a:pt x="1868652" y="3413328"/>
                  </a:lnTo>
                  <a:lnTo>
                    <a:pt x="1907844" y="3399790"/>
                  </a:lnTo>
                  <a:lnTo>
                    <a:pt x="1943569" y="3385604"/>
                  </a:lnTo>
                  <a:lnTo>
                    <a:pt x="2004009" y="3355492"/>
                  </a:lnTo>
                  <a:lnTo>
                    <a:pt x="2048713" y="3323323"/>
                  </a:lnTo>
                  <a:lnTo>
                    <a:pt x="2076450" y="3289389"/>
                  </a:lnTo>
                  <a:lnTo>
                    <a:pt x="2085975" y="3253994"/>
                  </a:lnTo>
                  <a:lnTo>
                    <a:pt x="2085975" y="260731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57175" y="1504950"/>
              <a:ext cx="2085975" cy="3514725"/>
            </a:xfrm>
            <a:custGeom>
              <a:avLst/>
              <a:gdLst/>
              <a:ahLst/>
              <a:cxnLst/>
              <a:rect l="l" t="t" r="r" b="b"/>
              <a:pathLst>
                <a:path w="2085975" h="3514725">
                  <a:moveTo>
                    <a:pt x="2085975" y="260730"/>
                  </a:moveTo>
                  <a:lnTo>
                    <a:pt x="2064784" y="313283"/>
                  </a:lnTo>
                  <a:lnTo>
                    <a:pt x="2028407" y="346378"/>
                  </a:lnTo>
                  <a:lnTo>
                    <a:pt x="1975681" y="377559"/>
                  </a:lnTo>
                  <a:lnTo>
                    <a:pt x="1907847" y="406517"/>
                  </a:lnTo>
                  <a:lnTo>
                    <a:pt x="1868654" y="420064"/>
                  </a:lnTo>
                  <a:lnTo>
                    <a:pt x="1826151" y="432939"/>
                  </a:lnTo>
                  <a:lnTo>
                    <a:pt x="1780492" y="445103"/>
                  </a:lnTo>
                  <a:lnTo>
                    <a:pt x="1731833" y="456516"/>
                  </a:lnTo>
                  <a:lnTo>
                    <a:pt x="1680331" y="467141"/>
                  </a:lnTo>
                  <a:lnTo>
                    <a:pt x="1626139" y="476938"/>
                  </a:lnTo>
                  <a:lnTo>
                    <a:pt x="1569414" y="485869"/>
                  </a:lnTo>
                  <a:lnTo>
                    <a:pt x="1510310" y="493894"/>
                  </a:lnTo>
                  <a:lnTo>
                    <a:pt x="1448984" y="500975"/>
                  </a:lnTo>
                  <a:lnTo>
                    <a:pt x="1385591" y="507073"/>
                  </a:lnTo>
                  <a:lnTo>
                    <a:pt x="1320285" y="512149"/>
                  </a:lnTo>
                  <a:lnTo>
                    <a:pt x="1253223" y="516165"/>
                  </a:lnTo>
                  <a:lnTo>
                    <a:pt x="1184559" y="519082"/>
                  </a:lnTo>
                  <a:lnTo>
                    <a:pt x="1114450" y="520860"/>
                  </a:lnTo>
                  <a:lnTo>
                    <a:pt x="1043051" y="521462"/>
                  </a:lnTo>
                  <a:lnTo>
                    <a:pt x="971634" y="520860"/>
                  </a:lnTo>
                  <a:lnTo>
                    <a:pt x="901510" y="519082"/>
                  </a:lnTo>
                  <a:lnTo>
                    <a:pt x="832833" y="516165"/>
                  </a:lnTo>
                  <a:lnTo>
                    <a:pt x="765758" y="512149"/>
                  </a:lnTo>
                  <a:lnTo>
                    <a:pt x="700441" y="507073"/>
                  </a:lnTo>
                  <a:lnTo>
                    <a:pt x="637038" y="500975"/>
                  </a:lnTo>
                  <a:lnTo>
                    <a:pt x="575703" y="493894"/>
                  </a:lnTo>
                  <a:lnTo>
                    <a:pt x="516592" y="485869"/>
                  </a:lnTo>
                  <a:lnTo>
                    <a:pt x="459860" y="476938"/>
                  </a:lnTo>
                  <a:lnTo>
                    <a:pt x="405663" y="467141"/>
                  </a:lnTo>
                  <a:lnTo>
                    <a:pt x="354156" y="456516"/>
                  </a:lnTo>
                  <a:lnTo>
                    <a:pt x="305493" y="445103"/>
                  </a:lnTo>
                  <a:lnTo>
                    <a:pt x="259831" y="432939"/>
                  </a:lnTo>
                  <a:lnTo>
                    <a:pt x="217325" y="420064"/>
                  </a:lnTo>
                  <a:lnTo>
                    <a:pt x="178130" y="406517"/>
                  </a:lnTo>
                  <a:lnTo>
                    <a:pt x="142401" y="392335"/>
                  </a:lnTo>
                  <a:lnTo>
                    <a:pt x="81964" y="362227"/>
                  </a:lnTo>
                  <a:lnTo>
                    <a:pt x="37257" y="330050"/>
                  </a:lnTo>
                  <a:lnTo>
                    <a:pt x="9521" y="296114"/>
                  </a:lnTo>
                  <a:lnTo>
                    <a:pt x="0" y="260730"/>
                  </a:lnTo>
                  <a:lnTo>
                    <a:pt x="2406" y="242877"/>
                  </a:lnTo>
                  <a:lnTo>
                    <a:pt x="21190" y="208178"/>
                  </a:lnTo>
                  <a:lnTo>
                    <a:pt x="57567" y="175083"/>
                  </a:lnTo>
                  <a:lnTo>
                    <a:pt x="110294" y="143902"/>
                  </a:lnTo>
                  <a:lnTo>
                    <a:pt x="178130" y="114944"/>
                  </a:lnTo>
                  <a:lnTo>
                    <a:pt x="217325" y="101397"/>
                  </a:lnTo>
                  <a:lnTo>
                    <a:pt x="259831" y="88522"/>
                  </a:lnTo>
                  <a:lnTo>
                    <a:pt x="305493" y="76358"/>
                  </a:lnTo>
                  <a:lnTo>
                    <a:pt x="354156" y="64945"/>
                  </a:lnTo>
                  <a:lnTo>
                    <a:pt x="405663" y="54320"/>
                  </a:lnTo>
                  <a:lnTo>
                    <a:pt x="459860" y="44523"/>
                  </a:lnTo>
                  <a:lnTo>
                    <a:pt x="516592" y="35592"/>
                  </a:lnTo>
                  <a:lnTo>
                    <a:pt x="575703" y="27567"/>
                  </a:lnTo>
                  <a:lnTo>
                    <a:pt x="637038" y="20486"/>
                  </a:lnTo>
                  <a:lnTo>
                    <a:pt x="700441" y="14388"/>
                  </a:lnTo>
                  <a:lnTo>
                    <a:pt x="765758" y="9312"/>
                  </a:lnTo>
                  <a:lnTo>
                    <a:pt x="832833" y="5296"/>
                  </a:lnTo>
                  <a:lnTo>
                    <a:pt x="901510" y="2379"/>
                  </a:lnTo>
                  <a:lnTo>
                    <a:pt x="971634" y="601"/>
                  </a:lnTo>
                  <a:lnTo>
                    <a:pt x="1043051" y="0"/>
                  </a:lnTo>
                  <a:lnTo>
                    <a:pt x="1114450" y="601"/>
                  </a:lnTo>
                  <a:lnTo>
                    <a:pt x="1184559" y="2379"/>
                  </a:lnTo>
                  <a:lnTo>
                    <a:pt x="1253223" y="5296"/>
                  </a:lnTo>
                  <a:lnTo>
                    <a:pt x="1320285" y="9312"/>
                  </a:lnTo>
                  <a:lnTo>
                    <a:pt x="1385591" y="14388"/>
                  </a:lnTo>
                  <a:lnTo>
                    <a:pt x="1448984" y="20486"/>
                  </a:lnTo>
                  <a:lnTo>
                    <a:pt x="1510310" y="27567"/>
                  </a:lnTo>
                  <a:lnTo>
                    <a:pt x="1569414" y="35592"/>
                  </a:lnTo>
                  <a:lnTo>
                    <a:pt x="1626139" y="44523"/>
                  </a:lnTo>
                  <a:lnTo>
                    <a:pt x="1680331" y="54320"/>
                  </a:lnTo>
                  <a:lnTo>
                    <a:pt x="1731833" y="64945"/>
                  </a:lnTo>
                  <a:lnTo>
                    <a:pt x="1780492" y="76358"/>
                  </a:lnTo>
                  <a:lnTo>
                    <a:pt x="1826151" y="88522"/>
                  </a:lnTo>
                  <a:lnTo>
                    <a:pt x="1868654" y="101397"/>
                  </a:lnTo>
                  <a:lnTo>
                    <a:pt x="1907847" y="114944"/>
                  </a:lnTo>
                  <a:lnTo>
                    <a:pt x="1943575" y="129126"/>
                  </a:lnTo>
                  <a:lnTo>
                    <a:pt x="2004010" y="159234"/>
                  </a:lnTo>
                  <a:lnTo>
                    <a:pt x="2048717" y="191411"/>
                  </a:lnTo>
                  <a:lnTo>
                    <a:pt x="2076453" y="225347"/>
                  </a:lnTo>
                  <a:lnTo>
                    <a:pt x="2085975" y="260730"/>
                  </a:lnTo>
                  <a:lnTo>
                    <a:pt x="2085975" y="3253994"/>
                  </a:lnTo>
                  <a:lnTo>
                    <a:pt x="2064784" y="3306546"/>
                  </a:lnTo>
                  <a:lnTo>
                    <a:pt x="2028407" y="3339641"/>
                  </a:lnTo>
                  <a:lnTo>
                    <a:pt x="1975681" y="3370822"/>
                  </a:lnTo>
                  <a:lnTo>
                    <a:pt x="1907847" y="3399780"/>
                  </a:lnTo>
                  <a:lnTo>
                    <a:pt x="1868654" y="3413327"/>
                  </a:lnTo>
                  <a:lnTo>
                    <a:pt x="1826151" y="3426202"/>
                  </a:lnTo>
                  <a:lnTo>
                    <a:pt x="1780492" y="3438366"/>
                  </a:lnTo>
                  <a:lnTo>
                    <a:pt x="1731833" y="3449779"/>
                  </a:lnTo>
                  <a:lnTo>
                    <a:pt x="1680331" y="3460404"/>
                  </a:lnTo>
                  <a:lnTo>
                    <a:pt x="1626139" y="3470201"/>
                  </a:lnTo>
                  <a:lnTo>
                    <a:pt x="1569414" y="3479132"/>
                  </a:lnTo>
                  <a:lnTo>
                    <a:pt x="1510310" y="3487157"/>
                  </a:lnTo>
                  <a:lnTo>
                    <a:pt x="1448984" y="3494238"/>
                  </a:lnTo>
                  <a:lnTo>
                    <a:pt x="1385591" y="3500336"/>
                  </a:lnTo>
                  <a:lnTo>
                    <a:pt x="1320285" y="3505412"/>
                  </a:lnTo>
                  <a:lnTo>
                    <a:pt x="1253223" y="3509428"/>
                  </a:lnTo>
                  <a:lnTo>
                    <a:pt x="1184559" y="3512345"/>
                  </a:lnTo>
                  <a:lnTo>
                    <a:pt x="1114450" y="3514123"/>
                  </a:lnTo>
                  <a:lnTo>
                    <a:pt x="1043051" y="3514725"/>
                  </a:lnTo>
                  <a:lnTo>
                    <a:pt x="971634" y="3514123"/>
                  </a:lnTo>
                  <a:lnTo>
                    <a:pt x="901510" y="3512345"/>
                  </a:lnTo>
                  <a:lnTo>
                    <a:pt x="832833" y="3509428"/>
                  </a:lnTo>
                  <a:lnTo>
                    <a:pt x="765758" y="3505412"/>
                  </a:lnTo>
                  <a:lnTo>
                    <a:pt x="700441" y="3500336"/>
                  </a:lnTo>
                  <a:lnTo>
                    <a:pt x="637038" y="3494238"/>
                  </a:lnTo>
                  <a:lnTo>
                    <a:pt x="575703" y="3487157"/>
                  </a:lnTo>
                  <a:lnTo>
                    <a:pt x="516592" y="3479132"/>
                  </a:lnTo>
                  <a:lnTo>
                    <a:pt x="459860" y="3470201"/>
                  </a:lnTo>
                  <a:lnTo>
                    <a:pt x="405663" y="3460404"/>
                  </a:lnTo>
                  <a:lnTo>
                    <a:pt x="354156" y="3449779"/>
                  </a:lnTo>
                  <a:lnTo>
                    <a:pt x="305493" y="3438366"/>
                  </a:lnTo>
                  <a:lnTo>
                    <a:pt x="259831" y="3426202"/>
                  </a:lnTo>
                  <a:lnTo>
                    <a:pt x="217325" y="3413327"/>
                  </a:lnTo>
                  <a:lnTo>
                    <a:pt x="178130" y="3399780"/>
                  </a:lnTo>
                  <a:lnTo>
                    <a:pt x="142401" y="3385598"/>
                  </a:lnTo>
                  <a:lnTo>
                    <a:pt x="81964" y="3355490"/>
                  </a:lnTo>
                  <a:lnTo>
                    <a:pt x="37257" y="3323313"/>
                  </a:lnTo>
                  <a:lnTo>
                    <a:pt x="9521" y="3289377"/>
                  </a:lnTo>
                  <a:lnTo>
                    <a:pt x="0" y="3253994"/>
                  </a:lnTo>
                  <a:lnTo>
                    <a:pt x="0" y="260730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505075" y="1543050"/>
            <a:ext cx="4400550" cy="3581400"/>
            <a:chOff x="2505075" y="1543050"/>
            <a:chExt cx="4400550" cy="3581400"/>
          </a:xfrm>
        </p:grpSpPr>
        <p:sp>
          <p:nvSpPr>
            <p:cNvPr id="8" name="object 8" descr=""/>
            <p:cNvSpPr/>
            <p:nvPr/>
          </p:nvSpPr>
          <p:spPr>
            <a:xfrm>
              <a:off x="2514600" y="1552574"/>
              <a:ext cx="2066925" cy="3514725"/>
            </a:xfrm>
            <a:custGeom>
              <a:avLst/>
              <a:gdLst/>
              <a:ahLst/>
              <a:cxnLst/>
              <a:rect l="l" t="t" r="r" b="b"/>
              <a:pathLst>
                <a:path w="2066925" h="3514725">
                  <a:moveTo>
                    <a:pt x="2066925" y="258318"/>
                  </a:moveTo>
                  <a:lnTo>
                    <a:pt x="2044090" y="204089"/>
                  </a:lnTo>
                  <a:lnTo>
                    <a:pt x="2004961" y="170040"/>
                  </a:lnTo>
                  <a:lnTo>
                    <a:pt x="1948345" y="138087"/>
                  </a:lnTo>
                  <a:lnTo>
                    <a:pt x="1875624" y="108585"/>
                  </a:lnTo>
                  <a:lnTo>
                    <a:pt x="1833676" y="94856"/>
                  </a:lnTo>
                  <a:lnTo>
                    <a:pt x="1788210" y="81876"/>
                  </a:lnTo>
                  <a:lnTo>
                    <a:pt x="1739430" y="69684"/>
                  </a:lnTo>
                  <a:lnTo>
                    <a:pt x="1687499" y="58318"/>
                  </a:lnTo>
                  <a:lnTo>
                    <a:pt x="1632597" y="47828"/>
                  </a:lnTo>
                  <a:lnTo>
                    <a:pt x="1574888" y="38265"/>
                  </a:lnTo>
                  <a:lnTo>
                    <a:pt x="1514551" y="29654"/>
                  </a:lnTo>
                  <a:lnTo>
                    <a:pt x="1451775" y="22047"/>
                  </a:lnTo>
                  <a:lnTo>
                    <a:pt x="1386713" y="15494"/>
                  </a:lnTo>
                  <a:lnTo>
                    <a:pt x="1319555" y="10033"/>
                  </a:lnTo>
                  <a:lnTo>
                    <a:pt x="1250467" y="5715"/>
                  </a:lnTo>
                  <a:lnTo>
                    <a:pt x="1179626" y="2578"/>
                  </a:lnTo>
                  <a:lnTo>
                    <a:pt x="1107211" y="660"/>
                  </a:lnTo>
                  <a:lnTo>
                    <a:pt x="1033399" y="0"/>
                  </a:lnTo>
                  <a:lnTo>
                    <a:pt x="959586" y="660"/>
                  </a:lnTo>
                  <a:lnTo>
                    <a:pt x="887183" y="2578"/>
                  </a:lnTo>
                  <a:lnTo>
                    <a:pt x="816368" y="5715"/>
                  </a:lnTo>
                  <a:lnTo>
                    <a:pt x="747293" y="10033"/>
                  </a:lnTo>
                  <a:lnTo>
                    <a:pt x="680135" y="15494"/>
                  </a:lnTo>
                  <a:lnTo>
                    <a:pt x="615086" y="22047"/>
                  </a:lnTo>
                  <a:lnTo>
                    <a:pt x="552310" y="29654"/>
                  </a:lnTo>
                  <a:lnTo>
                    <a:pt x="491985" y="38265"/>
                  </a:lnTo>
                  <a:lnTo>
                    <a:pt x="434289" y="47828"/>
                  </a:lnTo>
                  <a:lnTo>
                    <a:pt x="379387" y="58318"/>
                  </a:lnTo>
                  <a:lnTo>
                    <a:pt x="327456" y="69684"/>
                  </a:lnTo>
                  <a:lnTo>
                    <a:pt x="278676" y="81876"/>
                  </a:lnTo>
                  <a:lnTo>
                    <a:pt x="233235" y="94856"/>
                  </a:lnTo>
                  <a:lnTo>
                    <a:pt x="191274" y="108585"/>
                  </a:lnTo>
                  <a:lnTo>
                    <a:pt x="152996" y="123012"/>
                  </a:lnTo>
                  <a:lnTo>
                    <a:pt x="88150" y="153784"/>
                  </a:lnTo>
                  <a:lnTo>
                    <a:pt x="40106" y="186829"/>
                  </a:lnTo>
                  <a:lnTo>
                    <a:pt x="10261" y="221792"/>
                  </a:lnTo>
                  <a:lnTo>
                    <a:pt x="0" y="258318"/>
                  </a:lnTo>
                  <a:lnTo>
                    <a:pt x="0" y="3256407"/>
                  </a:lnTo>
                  <a:lnTo>
                    <a:pt x="22821" y="3310648"/>
                  </a:lnTo>
                  <a:lnTo>
                    <a:pt x="61950" y="3344697"/>
                  </a:lnTo>
                  <a:lnTo>
                    <a:pt x="118567" y="3376650"/>
                  </a:lnTo>
                  <a:lnTo>
                    <a:pt x="191287" y="3406152"/>
                  </a:lnTo>
                  <a:lnTo>
                    <a:pt x="233235" y="3419881"/>
                  </a:lnTo>
                  <a:lnTo>
                    <a:pt x="278701" y="3432860"/>
                  </a:lnTo>
                  <a:lnTo>
                    <a:pt x="327482" y="3445052"/>
                  </a:lnTo>
                  <a:lnTo>
                    <a:pt x="379412" y="3456419"/>
                  </a:lnTo>
                  <a:lnTo>
                    <a:pt x="434314" y="3466909"/>
                  </a:lnTo>
                  <a:lnTo>
                    <a:pt x="492023" y="3476472"/>
                  </a:lnTo>
                  <a:lnTo>
                    <a:pt x="552361" y="3485083"/>
                  </a:lnTo>
                  <a:lnTo>
                    <a:pt x="615137" y="3492690"/>
                  </a:lnTo>
                  <a:lnTo>
                    <a:pt x="680199" y="3499243"/>
                  </a:lnTo>
                  <a:lnTo>
                    <a:pt x="747356" y="3504704"/>
                  </a:lnTo>
                  <a:lnTo>
                    <a:pt x="816444" y="3509022"/>
                  </a:lnTo>
                  <a:lnTo>
                    <a:pt x="887285" y="3512159"/>
                  </a:lnTo>
                  <a:lnTo>
                    <a:pt x="959700" y="3514077"/>
                  </a:lnTo>
                  <a:lnTo>
                    <a:pt x="1033526" y="3514725"/>
                  </a:lnTo>
                  <a:lnTo>
                    <a:pt x="1107325" y="3514077"/>
                  </a:lnTo>
                  <a:lnTo>
                    <a:pt x="1179728" y="3512159"/>
                  </a:lnTo>
                  <a:lnTo>
                    <a:pt x="1250543" y="3509022"/>
                  </a:lnTo>
                  <a:lnTo>
                    <a:pt x="1319618" y="3504704"/>
                  </a:lnTo>
                  <a:lnTo>
                    <a:pt x="1386776" y="3499243"/>
                  </a:lnTo>
                  <a:lnTo>
                    <a:pt x="1451825" y="3492690"/>
                  </a:lnTo>
                  <a:lnTo>
                    <a:pt x="1514602" y="3485083"/>
                  </a:lnTo>
                  <a:lnTo>
                    <a:pt x="1574927" y="3476472"/>
                  </a:lnTo>
                  <a:lnTo>
                    <a:pt x="1632623" y="3466909"/>
                  </a:lnTo>
                  <a:lnTo>
                    <a:pt x="1687525" y="3456419"/>
                  </a:lnTo>
                  <a:lnTo>
                    <a:pt x="1739455" y="3445052"/>
                  </a:lnTo>
                  <a:lnTo>
                    <a:pt x="1788236" y="3432860"/>
                  </a:lnTo>
                  <a:lnTo>
                    <a:pt x="1833676" y="3419881"/>
                  </a:lnTo>
                  <a:lnTo>
                    <a:pt x="1875637" y="3406152"/>
                  </a:lnTo>
                  <a:lnTo>
                    <a:pt x="1913915" y="3391725"/>
                  </a:lnTo>
                  <a:lnTo>
                    <a:pt x="1978761" y="3360953"/>
                  </a:lnTo>
                  <a:lnTo>
                    <a:pt x="2026805" y="3327908"/>
                  </a:lnTo>
                  <a:lnTo>
                    <a:pt x="2056650" y="3292945"/>
                  </a:lnTo>
                  <a:lnTo>
                    <a:pt x="2066925" y="3256407"/>
                  </a:lnTo>
                  <a:lnTo>
                    <a:pt x="2066925" y="258318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514600" y="1552575"/>
              <a:ext cx="2066925" cy="3514725"/>
            </a:xfrm>
            <a:custGeom>
              <a:avLst/>
              <a:gdLst/>
              <a:ahLst/>
              <a:cxnLst/>
              <a:rect l="l" t="t" r="r" b="b"/>
              <a:pathLst>
                <a:path w="2066925" h="3514725">
                  <a:moveTo>
                    <a:pt x="2066925" y="258317"/>
                  </a:moveTo>
                  <a:lnTo>
                    <a:pt x="2044097" y="312598"/>
                  </a:lnTo>
                  <a:lnTo>
                    <a:pt x="2004973" y="346668"/>
                  </a:lnTo>
                  <a:lnTo>
                    <a:pt x="1948355" y="378637"/>
                  </a:lnTo>
                  <a:lnTo>
                    <a:pt x="1875643" y="408154"/>
                  </a:lnTo>
                  <a:lnTo>
                    <a:pt x="1833689" y="421884"/>
                  </a:lnTo>
                  <a:lnTo>
                    <a:pt x="1788236" y="434870"/>
                  </a:lnTo>
                  <a:lnTo>
                    <a:pt x="1739459" y="447069"/>
                  </a:lnTo>
                  <a:lnTo>
                    <a:pt x="1687532" y="458436"/>
                  </a:lnTo>
                  <a:lnTo>
                    <a:pt x="1632631" y="468928"/>
                  </a:lnTo>
                  <a:lnTo>
                    <a:pt x="1574930" y="478501"/>
                  </a:lnTo>
                  <a:lnTo>
                    <a:pt x="1514605" y="487111"/>
                  </a:lnTo>
                  <a:lnTo>
                    <a:pt x="1451830" y="494716"/>
                  </a:lnTo>
                  <a:lnTo>
                    <a:pt x="1386780" y="501270"/>
                  </a:lnTo>
                  <a:lnTo>
                    <a:pt x="1319630" y="506731"/>
                  </a:lnTo>
                  <a:lnTo>
                    <a:pt x="1250555" y="511054"/>
                  </a:lnTo>
                  <a:lnTo>
                    <a:pt x="1179729" y="514196"/>
                  </a:lnTo>
                  <a:lnTo>
                    <a:pt x="1107328" y="516114"/>
                  </a:lnTo>
                  <a:lnTo>
                    <a:pt x="1033526" y="516763"/>
                  </a:lnTo>
                  <a:lnTo>
                    <a:pt x="959708" y="516114"/>
                  </a:lnTo>
                  <a:lnTo>
                    <a:pt x="887292" y="514196"/>
                  </a:lnTo>
                  <a:lnTo>
                    <a:pt x="816453" y="511054"/>
                  </a:lnTo>
                  <a:lnTo>
                    <a:pt x="747366" y="506731"/>
                  </a:lnTo>
                  <a:lnTo>
                    <a:pt x="680205" y="501270"/>
                  </a:lnTo>
                  <a:lnTo>
                    <a:pt x="615145" y="494716"/>
                  </a:lnTo>
                  <a:lnTo>
                    <a:pt x="552361" y="487111"/>
                  </a:lnTo>
                  <a:lnTo>
                    <a:pt x="492029" y="478501"/>
                  </a:lnTo>
                  <a:lnTo>
                    <a:pt x="434322" y="468928"/>
                  </a:lnTo>
                  <a:lnTo>
                    <a:pt x="379415" y="458436"/>
                  </a:lnTo>
                  <a:lnTo>
                    <a:pt x="327484" y="447069"/>
                  </a:lnTo>
                  <a:lnTo>
                    <a:pt x="278702" y="434870"/>
                  </a:lnTo>
                  <a:lnTo>
                    <a:pt x="233245" y="421884"/>
                  </a:lnTo>
                  <a:lnTo>
                    <a:pt x="191288" y="408154"/>
                  </a:lnTo>
                  <a:lnTo>
                    <a:pt x="153006" y="393723"/>
                  </a:lnTo>
                  <a:lnTo>
                    <a:pt x="88163" y="362937"/>
                  </a:lnTo>
                  <a:lnTo>
                    <a:pt x="40116" y="329874"/>
                  </a:lnTo>
                  <a:lnTo>
                    <a:pt x="10262" y="294884"/>
                  </a:lnTo>
                  <a:lnTo>
                    <a:pt x="0" y="258317"/>
                  </a:lnTo>
                  <a:lnTo>
                    <a:pt x="2594" y="239875"/>
                  </a:lnTo>
                  <a:lnTo>
                    <a:pt x="22827" y="204080"/>
                  </a:lnTo>
                  <a:lnTo>
                    <a:pt x="61953" y="170033"/>
                  </a:lnTo>
                  <a:lnTo>
                    <a:pt x="118573" y="138083"/>
                  </a:lnTo>
                  <a:lnTo>
                    <a:pt x="191288" y="108580"/>
                  </a:lnTo>
                  <a:lnTo>
                    <a:pt x="233245" y="94855"/>
                  </a:lnTo>
                  <a:lnTo>
                    <a:pt x="278702" y="81874"/>
                  </a:lnTo>
                  <a:lnTo>
                    <a:pt x="327484" y="69680"/>
                  </a:lnTo>
                  <a:lnTo>
                    <a:pt x="379415" y="58316"/>
                  </a:lnTo>
                  <a:lnTo>
                    <a:pt x="434322" y="47827"/>
                  </a:lnTo>
                  <a:lnTo>
                    <a:pt x="492029" y="38256"/>
                  </a:lnTo>
                  <a:lnTo>
                    <a:pt x="552361" y="29647"/>
                  </a:lnTo>
                  <a:lnTo>
                    <a:pt x="615145" y="22044"/>
                  </a:lnTo>
                  <a:lnTo>
                    <a:pt x="680205" y="15491"/>
                  </a:lnTo>
                  <a:lnTo>
                    <a:pt x="747366" y="10031"/>
                  </a:lnTo>
                  <a:lnTo>
                    <a:pt x="816453" y="5708"/>
                  </a:lnTo>
                  <a:lnTo>
                    <a:pt x="887292" y="2566"/>
                  </a:lnTo>
                  <a:lnTo>
                    <a:pt x="959708" y="648"/>
                  </a:lnTo>
                  <a:lnTo>
                    <a:pt x="1033526" y="0"/>
                  </a:lnTo>
                  <a:lnTo>
                    <a:pt x="1107328" y="648"/>
                  </a:lnTo>
                  <a:lnTo>
                    <a:pt x="1179729" y="2566"/>
                  </a:lnTo>
                  <a:lnTo>
                    <a:pt x="1250555" y="5708"/>
                  </a:lnTo>
                  <a:lnTo>
                    <a:pt x="1319630" y="10031"/>
                  </a:lnTo>
                  <a:lnTo>
                    <a:pt x="1386780" y="15491"/>
                  </a:lnTo>
                  <a:lnTo>
                    <a:pt x="1451830" y="22044"/>
                  </a:lnTo>
                  <a:lnTo>
                    <a:pt x="1514605" y="29647"/>
                  </a:lnTo>
                  <a:lnTo>
                    <a:pt x="1574930" y="38256"/>
                  </a:lnTo>
                  <a:lnTo>
                    <a:pt x="1632631" y="47827"/>
                  </a:lnTo>
                  <a:lnTo>
                    <a:pt x="1687532" y="58316"/>
                  </a:lnTo>
                  <a:lnTo>
                    <a:pt x="1739459" y="69680"/>
                  </a:lnTo>
                  <a:lnTo>
                    <a:pt x="1788236" y="81874"/>
                  </a:lnTo>
                  <a:lnTo>
                    <a:pt x="1833689" y="94855"/>
                  </a:lnTo>
                  <a:lnTo>
                    <a:pt x="1875643" y="108580"/>
                  </a:lnTo>
                  <a:lnTo>
                    <a:pt x="1913923" y="123003"/>
                  </a:lnTo>
                  <a:lnTo>
                    <a:pt x="1978763" y="153774"/>
                  </a:lnTo>
                  <a:lnTo>
                    <a:pt x="2026809" y="186817"/>
                  </a:lnTo>
                  <a:lnTo>
                    <a:pt x="2056662" y="221781"/>
                  </a:lnTo>
                  <a:lnTo>
                    <a:pt x="2066925" y="258317"/>
                  </a:lnTo>
                  <a:lnTo>
                    <a:pt x="2066925" y="3256406"/>
                  </a:lnTo>
                  <a:lnTo>
                    <a:pt x="2044097" y="3310644"/>
                  </a:lnTo>
                  <a:lnTo>
                    <a:pt x="2004973" y="3344691"/>
                  </a:lnTo>
                  <a:lnTo>
                    <a:pt x="1948355" y="3376641"/>
                  </a:lnTo>
                  <a:lnTo>
                    <a:pt x="1875643" y="3406144"/>
                  </a:lnTo>
                  <a:lnTo>
                    <a:pt x="1833689" y="3419869"/>
                  </a:lnTo>
                  <a:lnTo>
                    <a:pt x="1788236" y="3432850"/>
                  </a:lnTo>
                  <a:lnTo>
                    <a:pt x="1739459" y="3445044"/>
                  </a:lnTo>
                  <a:lnTo>
                    <a:pt x="1687532" y="3456408"/>
                  </a:lnTo>
                  <a:lnTo>
                    <a:pt x="1632631" y="3466897"/>
                  </a:lnTo>
                  <a:lnTo>
                    <a:pt x="1574930" y="3476468"/>
                  </a:lnTo>
                  <a:lnTo>
                    <a:pt x="1514605" y="3485077"/>
                  </a:lnTo>
                  <a:lnTo>
                    <a:pt x="1451830" y="3492680"/>
                  </a:lnTo>
                  <a:lnTo>
                    <a:pt x="1386780" y="3499233"/>
                  </a:lnTo>
                  <a:lnTo>
                    <a:pt x="1319630" y="3504693"/>
                  </a:lnTo>
                  <a:lnTo>
                    <a:pt x="1250555" y="3509016"/>
                  </a:lnTo>
                  <a:lnTo>
                    <a:pt x="1179729" y="3512158"/>
                  </a:lnTo>
                  <a:lnTo>
                    <a:pt x="1107328" y="3514076"/>
                  </a:lnTo>
                  <a:lnTo>
                    <a:pt x="1033526" y="3514725"/>
                  </a:lnTo>
                  <a:lnTo>
                    <a:pt x="959708" y="3514076"/>
                  </a:lnTo>
                  <a:lnTo>
                    <a:pt x="887292" y="3512158"/>
                  </a:lnTo>
                  <a:lnTo>
                    <a:pt x="816453" y="3509016"/>
                  </a:lnTo>
                  <a:lnTo>
                    <a:pt x="747366" y="3504693"/>
                  </a:lnTo>
                  <a:lnTo>
                    <a:pt x="680205" y="3499233"/>
                  </a:lnTo>
                  <a:lnTo>
                    <a:pt x="615145" y="3492680"/>
                  </a:lnTo>
                  <a:lnTo>
                    <a:pt x="552361" y="3485077"/>
                  </a:lnTo>
                  <a:lnTo>
                    <a:pt x="492029" y="3476468"/>
                  </a:lnTo>
                  <a:lnTo>
                    <a:pt x="434322" y="3466897"/>
                  </a:lnTo>
                  <a:lnTo>
                    <a:pt x="379415" y="3456408"/>
                  </a:lnTo>
                  <a:lnTo>
                    <a:pt x="327484" y="3445044"/>
                  </a:lnTo>
                  <a:lnTo>
                    <a:pt x="278702" y="3432850"/>
                  </a:lnTo>
                  <a:lnTo>
                    <a:pt x="233245" y="3419869"/>
                  </a:lnTo>
                  <a:lnTo>
                    <a:pt x="191288" y="3406144"/>
                  </a:lnTo>
                  <a:lnTo>
                    <a:pt x="153006" y="3391721"/>
                  </a:lnTo>
                  <a:lnTo>
                    <a:pt x="88163" y="3360950"/>
                  </a:lnTo>
                  <a:lnTo>
                    <a:pt x="40116" y="3327907"/>
                  </a:lnTo>
                  <a:lnTo>
                    <a:pt x="10262" y="3292943"/>
                  </a:lnTo>
                  <a:lnTo>
                    <a:pt x="0" y="3256406"/>
                  </a:lnTo>
                  <a:lnTo>
                    <a:pt x="0" y="258317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91075" y="1581149"/>
              <a:ext cx="2105025" cy="3533775"/>
            </a:xfrm>
            <a:custGeom>
              <a:avLst/>
              <a:gdLst/>
              <a:ahLst/>
              <a:cxnLst/>
              <a:rect l="l" t="t" r="r" b="b"/>
              <a:pathLst>
                <a:path w="2105025" h="3533775">
                  <a:moveTo>
                    <a:pt x="2105025" y="263144"/>
                  </a:moveTo>
                  <a:lnTo>
                    <a:pt x="2083638" y="210134"/>
                  </a:lnTo>
                  <a:lnTo>
                    <a:pt x="2046935" y="176733"/>
                  </a:lnTo>
                  <a:lnTo>
                    <a:pt x="1993722" y="145262"/>
                  </a:lnTo>
                  <a:lnTo>
                    <a:pt x="1925281" y="116039"/>
                  </a:lnTo>
                  <a:lnTo>
                    <a:pt x="1885721" y="102374"/>
                  </a:lnTo>
                  <a:lnTo>
                    <a:pt x="1842833" y="89369"/>
                  </a:lnTo>
                  <a:lnTo>
                    <a:pt x="1796757" y="77101"/>
                  </a:lnTo>
                  <a:lnTo>
                    <a:pt x="1747647" y="65570"/>
                  </a:lnTo>
                  <a:lnTo>
                    <a:pt x="1695678" y="54851"/>
                  </a:lnTo>
                  <a:lnTo>
                    <a:pt x="1640979" y="44958"/>
                  </a:lnTo>
                  <a:lnTo>
                    <a:pt x="1583740" y="35941"/>
                  </a:lnTo>
                  <a:lnTo>
                    <a:pt x="1524088" y="27838"/>
                  </a:lnTo>
                  <a:lnTo>
                    <a:pt x="1462189" y="20688"/>
                  </a:lnTo>
                  <a:lnTo>
                    <a:pt x="1398206" y="14528"/>
                  </a:lnTo>
                  <a:lnTo>
                    <a:pt x="1332293" y="9410"/>
                  </a:lnTo>
                  <a:lnTo>
                    <a:pt x="1264602" y="5359"/>
                  </a:lnTo>
                  <a:lnTo>
                    <a:pt x="1195285" y="2413"/>
                  </a:lnTo>
                  <a:lnTo>
                    <a:pt x="1124521" y="609"/>
                  </a:lnTo>
                  <a:lnTo>
                    <a:pt x="1052449" y="0"/>
                  </a:lnTo>
                  <a:lnTo>
                    <a:pt x="980376" y="609"/>
                  </a:lnTo>
                  <a:lnTo>
                    <a:pt x="909624" y="2413"/>
                  </a:lnTo>
                  <a:lnTo>
                    <a:pt x="840333" y="5359"/>
                  </a:lnTo>
                  <a:lnTo>
                    <a:pt x="772655" y="9410"/>
                  </a:lnTo>
                  <a:lnTo>
                    <a:pt x="706742" y="14528"/>
                  </a:lnTo>
                  <a:lnTo>
                    <a:pt x="642772" y="20688"/>
                  </a:lnTo>
                  <a:lnTo>
                    <a:pt x="580885" y="27838"/>
                  </a:lnTo>
                  <a:lnTo>
                    <a:pt x="521233" y="35941"/>
                  </a:lnTo>
                  <a:lnTo>
                    <a:pt x="463994" y="44958"/>
                  </a:lnTo>
                  <a:lnTo>
                    <a:pt x="409308" y="54851"/>
                  </a:lnTo>
                  <a:lnTo>
                    <a:pt x="357339" y="65570"/>
                  </a:lnTo>
                  <a:lnTo>
                    <a:pt x="308241" y="77101"/>
                  </a:lnTo>
                  <a:lnTo>
                    <a:pt x="262166" y="89369"/>
                  </a:lnTo>
                  <a:lnTo>
                    <a:pt x="219278" y="102374"/>
                  </a:lnTo>
                  <a:lnTo>
                    <a:pt x="179730" y="116039"/>
                  </a:lnTo>
                  <a:lnTo>
                    <a:pt x="143675" y="130352"/>
                  </a:lnTo>
                  <a:lnTo>
                    <a:pt x="82702" y="160743"/>
                  </a:lnTo>
                  <a:lnTo>
                    <a:pt x="37592" y="193205"/>
                  </a:lnTo>
                  <a:lnTo>
                    <a:pt x="9601" y="227457"/>
                  </a:lnTo>
                  <a:lnTo>
                    <a:pt x="0" y="263144"/>
                  </a:lnTo>
                  <a:lnTo>
                    <a:pt x="0" y="3270631"/>
                  </a:lnTo>
                  <a:lnTo>
                    <a:pt x="21374" y="3323653"/>
                  </a:lnTo>
                  <a:lnTo>
                    <a:pt x="58077" y="3357054"/>
                  </a:lnTo>
                  <a:lnTo>
                    <a:pt x="111290" y="3388525"/>
                  </a:lnTo>
                  <a:lnTo>
                    <a:pt x="179730" y="3417747"/>
                  </a:lnTo>
                  <a:lnTo>
                    <a:pt x="219290" y="3431413"/>
                  </a:lnTo>
                  <a:lnTo>
                    <a:pt x="262178" y="3444417"/>
                  </a:lnTo>
                  <a:lnTo>
                    <a:pt x="308254" y="3456686"/>
                  </a:lnTo>
                  <a:lnTo>
                    <a:pt x="357365" y="3468217"/>
                  </a:lnTo>
                  <a:lnTo>
                    <a:pt x="409333" y="3478936"/>
                  </a:lnTo>
                  <a:lnTo>
                    <a:pt x="464032" y="3488829"/>
                  </a:lnTo>
                  <a:lnTo>
                    <a:pt x="521271" y="3497846"/>
                  </a:lnTo>
                  <a:lnTo>
                    <a:pt x="580923" y="3505949"/>
                  </a:lnTo>
                  <a:lnTo>
                    <a:pt x="642823" y="3513099"/>
                  </a:lnTo>
                  <a:lnTo>
                    <a:pt x="706805" y="3519259"/>
                  </a:lnTo>
                  <a:lnTo>
                    <a:pt x="772718" y="3524377"/>
                  </a:lnTo>
                  <a:lnTo>
                    <a:pt x="840409" y="3528428"/>
                  </a:lnTo>
                  <a:lnTo>
                    <a:pt x="909726" y="3531374"/>
                  </a:lnTo>
                  <a:lnTo>
                    <a:pt x="980490" y="3533178"/>
                  </a:lnTo>
                  <a:lnTo>
                    <a:pt x="1052576" y="3533775"/>
                  </a:lnTo>
                  <a:lnTo>
                    <a:pt x="1124635" y="3533178"/>
                  </a:lnTo>
                  <a:lnTo>
                    <a:pt x="1195387" y="3531374"/>
                  </a:lnTo>
                  <a:lnTo>
                    <a:pt x="1264678" y="3528428"/>
                  </a:lnTo>
                  <a:lnTo>
                    <a:pt x="1332357" y="3524377"/>
                  </a:lnTo>
                  <a:lnTo>
                    <a:pt x="1398270" y="3519259"/>
                  </a:lnTo>
                  <a:lnTo>
                    <a:pt x="1462239" y="3513099"/>
                  </a:lnTo>
                  <a:lnTo>
                    <a:pt x="1524127" y="3505949"/>
                  </a:lnTo>
                  <a:lnTo>
                    <a:pt x="1583778" y="3497846"/>
                  </a:lnTo>
                  <a:lnTo>
                    <a:pt x="1641017" y="3488829"/>
                  </a:lnTo>
                  <a:lnTo>
                    <a:pt x="1695704" y="3478936"/>
                  </a:lnTo>
                  <a:lnTo>
                    <a:pt x="1747672" y="3468217"/>
                  </a:lnTo>
                  <a:lnTo>
                    <a:pt x="1796770" y="3456686"/>
                  </a:lnTo>
                  <a:lnTo>
                    <a:pt x="1842846" y="3444417"/>
                  </a:lnTo>
                  <a:lnTo>
                    <a:pt x="1885734" y="3431413"/>
                  </a:lnTo>
                  <a:lnTo>
                    <a:pt x="1925281" y="3417747"/>
                  </a:lnTo>
                  <a:lnTo>
                    <a:pt x="1961337" y="3403435"/>
                  </a:lnTo>
                  <a:lnTo>
                    <a:pt x="2022309" y="3373043"/>
                  </a:lnTo>
                  <a:lnTo>
                    <a:pt x="2067420" y="3340582"/>
                  </a:lnTo>
                  <a:lnTo>
                    <a:pt x="2095411" y="3306330"/>
                  </a:lnTo>
                  <a:lnTo>
                    <a:pt x="2105025" y="3270631"/>
                  </a:lnTo>
                  <a:lnTo>
                    <a:pt x="2105025" y="263144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791075" y="1581150"/>
              <a:ext cx="2105025" cy="3533775"/>
            </a:xfrm>
            <a:custGeom>
              <a:avLst/>
              <a:gdLst/>
              <a:ahLst/>
              <a:cxnLst/>
              <a:rect l="l" t="t" r="r" b="b"/>
              <a:pathLst>
                <a:path w="2105025" h="3533775">
                  <a:moveTo>
                    <a:pt x="2105025" y="263144"/>
                  </a:moveTo>
                  <a:lnTo>
                    <a:pt x="2083644" y="316164"/>
                  </a:lnTo>
                  <a:lnTo>
                    <a:pt x="2046939" y="349559"/>
                  </a:lnTo>
                  <a:lnTo>
                    <a:pt x="1993737" y="381026"/>
                  </a:lnTo>
                  <a:lnTo>
                    <a:pt x="1925290" y="410251"/>
                  </a:lnTo>
                  <a:lnTo>
                    <a:pt x="1885742" y="423925"/>
                  </a:lnTo>
                  <a:lnTo>
                    <a:pt x="1842853" y="436920"/>
                  </a:lnTo>
                  <a:lnTo>
                    <a:pt x="1796780" y="449199"/>
                  </a:lnTo>
                  <a:lnTo>
                    <a:pt x="1747679" y="460720"/>
                  </a:lnTo>
                  <a:lnTo>
                    <a:pt x="1695707" y="471445"/>
                  </a:lnTo>
                  <a:lnTo>
                    <a:pt x="1641022" y="481335"/>
                  </a:lnTo>
                  <a:lnTo>
                    <a:pt x="1583779" y="490351"/>
                  </a:lnTo>
                  <a:lnTo>
                    <a:pt x="1524135" y="498453"/>
                  </a:lnTo>
                  <a:lnTo>
                    <a:pt x="1462248" y="505602"/>
                  </a:lnTo>
                  <a:lnTo>
                    <a:pt x="1398273" y="511759"/>
                  </a:lnTo>
                  <a:lnTo>
                    <a:pt x="1332368" y="516885"/>
                  </a:lnTo>
                  <a:lnTo>
                    <a:pt x="1264689" y="520940"/>
                  </a:lnTo>
                  <a:lnTo>
                    <a:pt x="1195392" y="523884"/>
                  </a:lnTo>
                  <a:lnTo>
                    <a:pt x="1124636" y="525680"/>
                  </a:lnTo>
                  <a:lnTo>
                    <a:pt x="1052576" y="526288"/>
                  </a:lnTo>
                  <a:lnTo>
                    <a:pt x="980500" y="525680"/>
                  </a:lnTo>
                  <a:lnTo>
                    <a:pt x="909729" y="523884"/>
                  </a:lnTo>
                  <a:lnTo>
                    <a:pt x="840421" y="520940"/>
                  </a:lnTo>
                  <a:lnTo>
                    <a:pt x="772730" y="516885"/>
                  </a:lnTo>
                  <a:lnTo>
                    <a:pt x="706814" y="511759"/>
                  </a:lnTo>
                  <a:lnTo>
                    <a:pt x="642830" y="505602"/>
                  </a:lnTo>
                  <a:lnTo>
                    <a:pt x="580934" y="498453"/>
                  </a:lnTo>
                  <a:lnTo>
                    <a:pt x="521283" y="490351"/>
                  </a:lnTo>
                  <a:lnTo>
                    <a:pt x="464033" y="481335"/>
                  </a:lnTo>
                  <a:lnTo>
                    <a:pt x="409342" y="471445"/>
                  </a:lnTo>
                  <a:lnTo>
                    <a:pt x="357365" y="460720"/>
                  </a:lnTo>
                  <a:lnTo>
                    <a:pt x="308260" y="449198"/>
                  </a:lnTo>
                  <a:lnTo>
                    <a:pt x="262183" y="436920"/>
                  </a:lnTo>
                  <a:lnTo>
                    <a:pt x="219291" y="423925"/>
                  </a:lnTo>
                  <a:lnTo>
                    <a:pt x="179741" y="410251"/>
                  </a:lnTo>
                  <a:lnTo>
                    <a:pt x="143688" y="395938"/>
                  </a:lnTo>
                  <a:lnTo>
                    <a:pt x="82704" y="365553"/>
                  </a:lnTo>
                  <a:lnTo>
                    <a:pt x="37593" y="333083"/>
                  </a:lnTo>
                  <a:lnTo>
                    <a:pt x="9607" y="298842"/>
                  </a:lnTo>
                  <a:lnTo>
                    <a:pt x="0" y="263144"/>
                  </a:lnTo>
                  <a:lnTo>
                    <a:pt x="2427" y="245132"/>
                  </a:lnTo>
                  <a:lnTo>
                    <a:pt x="21381" y="210123"/>
                  </a:lnTo>
                  <a:lnTo>
                    <a:pt x="58086" y="176728"/>
                  </a:lnTo>
                  <a:lnTo>
                    <a:pt x="111291" y="145261"/>
                  </a:lnTo>
                  <a:lnTo>
                    <a:pt x="179741" y="116036"/>
                  </a:lnTo>
                  <a:lnTo>
                    <a:pt x="219291" y="102362"/>
                  </a:lnTo>
                  <a:lnTo>
                    <a:pt x="262183" y="89367"/>
                  </a:lnTo>
                  <a:lnTo>
                    <a:pt x="308260" y="77089"/>
                  </a:lnTo>
                  <a:lnTo>
                    <a:pt x="357365" y="65567"/>
                  </a:lnTo>
                  <a:lnTo>
                    <a:pt x="409342" y="54842"/>
                  </a:lnTo>
                  <a:lnTo>
                    <a:pt x="464033" y="44952"/>
                  </a:lnTo>
                  <a:lnTo>
                    <a:pt x="521283" y="35936"/>
                  </a:lnTo>
                  <a:lnTo>
                    <a:pt x="580934" y="27834"/>
                  </a:lnTo>
                  <a:lnTo>
                    <a:pt x="642830" y="20685"/>
                  </a:lnTo>
                  <a:lnTo>
                    <a:pt x="706814" y="14528"/>
                  </a:lnTo>
                  <a:lnTo>
                    <a:pt x="772730" y="9402"/>
                  </a:lnTo>
                  <a:lnTo>
                    <a:pt x="840421" y="5347"/>
                  </a:lnTo>
                  <a:lnTo>
                    <a:pt x="909729" y="2403"/>
                  </a:lnTo>
                  <a:lnTo>
                    <a:pt x="980500" y="607"/>
                  </a:lnTo>
                  <a:lnTo>
                    <a:pt x="1052576" y="0"/>
                  </a:lnTo>
                  <a:lnTo>
                    <a:pt x="1124636" y="607"/>
                  </a:lnTo>
                  <a:lnTo>
                    <a:pt x="1195392" y="2403"/>
                  </a:lnTo>
                  <a:lnTo>
                    <a:pt x="1264689" y="5347"/>
                  </a:lnTo>
                  <a:lnTo>
                    <a:pt x="1332368" y="9402"/>
                  </a:lnTo>
                  <a:lnTo>
                    <a:pt x="1398273" y="14528"/>
                  </a:lnTo>
                  <a:lnTo>
                    <a:pt x="1462248" y="20685"/>
                  </a:lnTo>
                  <a:lnTo>
                    <a:pt x="1524135" y="27834"/>
                  </a:lnTo>
                  <a:lnTo>
                    <a:pt x="1583779" y="35936"/>
                  </a:lnTo>
                  <a:lnTo>
                    <a:pt x="1641022" y="44952"/>
                  </a:lnTo>
                  <a:lnTo>
                    <a:pt x="1695707" y="54842"/>
                  </a:lnTo>
                  <a:lnTo>
                    <a:pt x="1747679" y="65567"/>
                  </a:lnTo>
                  <a:lnTo>
                    <a:pt x="1796780" y="77089"/>
                  </a:lnTo>
                  <a:lnTo>
                    <a:pt x="1842853" y="89367"/>
                  </a:lnTo>
                  <a:lnTo>
                    <a:pt x="1885742" y="102362"/>
                  </a:lnTo>
                  <a:lnTo>
                    <a:pt x="1925290" y="116036"/>
                  </a:lnTo>
                  <a:lnTo>
                    <a:pt x="1961340" y="130349"/>
                  </a:lnTo>
                  <a:lnTo>
                    <a:pt x="2022322" y="160734"/>
                  </a:lnTo>
                  <a:lnTo>
                    <a:pt x="2067432" y="193204"/>
                  </a:lnTo>
                  <a:lnTo>
                    <a:pt x="2095417" y="227445"/>
                  </a:lnTo>
                  <a:lnTo>
                    <a:pt x="2105025" y="263144"/>
                  </a:lnTo>
                  <a:lnTo>
                    <a:pt x="2105025" y="3270630"/>
                  </a:lnTo>
                  <a:lnTo>
                    <a:pt x="2083644" y="3323651"/>
                  </a:lnTo>
                  <a:lnTo>
                    <a:pt x="2046939" y="3357046"/>
                  </a:lnTo>
                  <a:lnTo>
                    <a:pt x="1993737" y="3388513"/>
                  </a:lnTo>
                  <a:lnTo>
                    <a:pt x="1925290" y="3417738"/>
                  </a:lnTo>
                  <a:lnTo>
                    <a:pt x="1885742" y="3431412"/>
                  </a:lnTo>
                  <a:lnTo>
                    <a:pt x="1842853" y="3444407"/>
                  </a:lnTo>
                  <a:lnTo>
                    <a:pt x="1796780" y="3456686"/>
                  </a:lnTo>
                  <a:lnTo>
                    <a:pt x="1747679" y="3468207"/>
                  </a:lnTo>
                  <a:lnTo>
                    <a:pt x="1695707" y="3478932"/>
                  </a:lnTo>
                  <a:lnTo>
                    <a:pt x="1641022" y="3488822"/>
                  </a:lnTo>
                  <a:lnTo>
                    <a:pt x="1583779" y="3497838"/>
                  </a:lnTo>
                  <a:lnTo>
                    <a:pt x="1524135" y="3505940"/>
                  </a:lnTo>
                  <a:lnTo>
                    <a:pt x="1462248" y="3513089"/>
                  </a:lnTo>
                  <a:lnTo>
                    <a:pt x="1398273" y="3519246"/>
                  </a:lnTo>
                  <a:lnTo>
                    <a:pt x="1332368" y="3524372"/>
                  </a:lnTo>
                  <a:lnTo>
                    <a:pt x="1264689" y="3528427"/>
                  </a:lnTo>
                  <a:lnTo>
                    <a:pt x="1195392" y="3531371"/>
                  </a:lnTo>
                  <a:lnTo>
                    <a:pt x="1124636" y="3533167"/>
                  </a:lnTo>
                  <a:lnTo>
                    <a:pt x="1052576" y="3533775"/>
                  </a:lnTo>
                  <a:lnTo>
                    <a:pt x="980500" y="3533167"/>
                  </a:lnTo>
                  <a:lnTo>
                    <a:pt x="909729" y="3531371"/>
                  </a:lnTo>
                  <a:lnTo>
                    <a:pt x="840421" y="3528427"/>
                  </a:lnTo>
                  <a:lnTo>
                    <a:pt x="772730" y="3524372"/>
                  </a:lnTo>
                  <a:lnTo>
                    <a:pt x="706814" y="3519246"/>
                  </a:lnTo>
                  <a:lnTo>
                    <a:pt x="642830" y="3513089"/>
                  </a:lnTo>
                  <a:lnTo>
                    <a:pt x="580934" y="3505940"/>
                  </a:lnTo>
                  <a:lnTo>
                    <a:pt x="521283" y="3497838"/>
                  </a:lnTo>
                  <a:lnTo>
                    <a:pt x="464033" y="3488822"/>
                  </a:lnTo>
                  <a:lnTo>
                    <a:pt x="409342" y="3478932"/>
                  </a:lnTo>
                  <a:lnTo>
                    <a:pt x="357365" y="3468207"/>
                  </a:lnTo>
                  <a:lnTo>
                    <a:pt x="308260" y="3456686"/>
                  </a:lnTo>
                  <a:lnTo>
                    <a:pt x="262183" y="3444407"/>
                  </a:lnTo>
                  <a:lnTo>
                    <a:pt x="219291" y="3431412"/>
                  </a:lnTo>
                  <a:lnTo>
                    <a:pt x="179741" y="3417738"/>
                  </a:lnTo>
                  <a:lnTo>
                    <a:pt x="143688" y="3403425"/>
                  </a:lnTo>
                  <a:lnTo>
                    <a:pt x="82704" y="3373040"/>
                  </a:lnTo>
                  <a:lnTo>
                    <a:pt x="37593" y="3340570"/>
                  </a:lnTo>
                  <a:lnTo>
                    <a:pt x="9607" y="3306329"/>
                  </a:lnTo>
                  <a:lnTo>
                    <a:pt x="0" y="3270630"/>
                  </a:lnTo>
                  <a:lnTo>
                    <a:pt x="0" y="263144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7115176" y="1571626"/>
            <a:ext cx="2095500" cy="3571875"/>
            <a:chOff x="7115176" y="1571626"/>
            <a:chExt cx="2095500" cy="3571875"/>
          </a:xfrm>
        </p:grpSpPr>
        <p:sp>
          <p:nvSpPr>
            <p:cNvPr id="13" name="object 13" descr=""/>
            <p:cNvSpPr/>
            <p:nvPr/>
          </p:nvSpPr>
          <p:spPr>
            <a:xfrm>
              <a:off x="7124699" y="1581149"/>
              <a:ext cx="2076450" cy="3552825"/>
            </a:xfrm>
            <a:custGeom>
              <a:avLst/>
              <a:gdLst/>
              <a:ahLst/>
              <a:cxnLst/>
              <a:rect l="l" t="t" r="r" b="b"/>
              <a:pathLst>
                <a:path w="2076450" h="3552825">
                  <a:moveTo>
                    <a:pt x="2076450" y="259588"/>
                  </a:moveTo>
                  <a:lnTo>
                    <a:pt x="2055355" y="207276"/>
                  </a:lnTo>
                  <a:lnTo>
                    <a:pt x="2019147" y="174320"/>
                  </a:lnTo>
                  <a:lnTo>
                    <a:pt x="1966658" y="143281"/>
                  </a:lnTo>
                  <a:lnTo>
                    <a:pt x="1899132" y="114452"/>
                  </a:lnTo>
                  <a:lnTo>
                    <a:pt x="1860118" y="100965"/>
                  </a:lnTo>
                  <a:lnTo>
                    <a:pt x="1817814" y="88138"/>
                  </a:lnTo>
                  <a:lnTo>
                    <a:pt x="1772361" y="76034"/>
                  </a:lnTo>
                  <a:lnTo>
                    <a:pt x="1723923" y="64668"/>
                  </a:lnTo>
                  <a:lnTo>
                    <a:pt x="1672653" y="54089"/>
                  </a:lnTo>
                  <a:lnTo>
                    <a:pt x="1618703" y="44335"/>
                  </a:lnTo>
                  <a:lnTo>
                    <a:pt x="1562239" y="35445"/>
                  </a:lnTo>
                  <a:lnTo>
                    <a:pt x="1503400" y="27457"/>
                  </a:lnTo>
                  <a:lnTo>
                    <a:pt x="1442351" y="20408"/>
                  </a:lnTo>
                  <a:lnTo>
                    <a:pt x="1379232" y="14338"/>
                  </a:lnTo>
                  <a:lnTo>
                    <a:pt x="1314221" y="9283"/>
                  </a:lnTo>
                  <a:lnTo>
                    <a:pt x="1247457" y="5283"/>
                  </a:lnTo>
                  <a:lnTo>
                    <a:pt x="1179106" y="2374"/>
                  </a:lnTo>
                  <a:lnTo>
                    <a:pt x="1109306" y="609"/>
                  </a:lnTo>
                  <a:lnTo>
                    <a:pt x="1038225" y="0"/>
                  </a:lnTo>
                  <a:lnTo>
                    <a:pt x="967130" y="609"/>
                  </a:lnTo>
                  <a:lnTo>
                    <a:pt x="897331" y="2374"/>
                  </a:lnTo>
                  <a:lnTo>
                    <a:pt x="828979" y="5283"/>
                  </a:lnTo>
                  <a:lnTo>
                    <a:pt x="762215" y="9283"/>
                  </a:lnTo>
                  <a:lnTo>
                    <a:pt x="697204" y="14338"/>
                  </a:lnTo>
                  <a:lnTo>
                    <a:pt x="634085" y="20408"/>
                  </a:lnTo>
                  <a:lnTo>
                    <a:pt x="573036" y="27457"/>
                  </a:lnTo>
                  <a:lnTo>
                    <a:pt x="514197" y="35445"/>
                  </a:lnTo>
                  <a:lnTo>
                    <a:pt x="457733" y="44335"/>
                  </a:lnTo>
                  <a:lnTo>
                    <a:pt x="403783" y="54089"/>
                  </a:lnTo>
                  <a:lnTo>
                    <a:pt x="352513" y="64668"/>
                  </a:lnTo>
                  <a:lnTo>
                    <a:pt x="304076" y="76034"/>
                  </a:lnTo>
                  <a:lnTo>
                    <a:pt x="258622" y="88138"/>
                  </a:lnTo>
                  <a:lnTo>
                    <a:pt x="216319" y="100965"/>
                  </a:lnTo>
                  <a:lnTo>
                    <a:pt x="177304" y="114452"/>
                  </a:lnTo>
                  <a:lnTo>
                    <a:pt x="141744" y="128562"/>
                  </a:lnTo>
                  <a:lnTo>
                    <a:pt x="81584" y="158546"/>
                  </a:lnTo>
                  <a:lnTo>
                    <a:pt x="37084" y="190576"/>
                  </a:lnTo>
                  <a:lnTo>
                    <a:pt x="9474" y="224370"/>
                  </a:lnTo>
                  <a:lnTo>
                    <a:pt x="0" y="259588"/>
                  </a:lnTo>
                  <a:lnTo>
                    <a:pt x="0" y="3293237"/>
                  </a:lnTo>
                  <a:lnTo>
                    <a:pt x="21082" y="3345561"/>
                  </a:lnTo>
                  <a:lnTo>
                    <a:pt x="57289" y="3378517"/>
                  </a:lnTo>
                  <a:lnTo>
                    <a:pt x="109778" y="3409556"/>
                  </a:lnTo>
                  <a:lnTo>
                    <a:pt x="177304" y="3438385"/>
                  </a:lnTo>
                  <a:lnTo>
                    <a:pt x="216319" y="3451872"/>
                  </a:lnTo>
                  <a:lnTo>
                    <a:pt x="258622" y="3464699"/>
                  </a:lnTo>
                  <a:lnTo>
                    <a:pt x="304076" y="3476802"/>
                  </a:lnTo>
                  <a:lnTo>
                    <a:pt x="352513" y="3488169"/>
                  </a:lnTo>
                  <a:lnTo>
                    <a:pt x="403783" y="3498748"/>
                  </a:lnTo>
                  <a:lnTo>
                    <a:pt x="457733" y="3508502"/>
                  </a:lnTo>
                  <a:lnTo>
                    <a:pt x="514197" y="3517392"/>
                  </a:lnTo>
                  <a:lnTo>
                    <a:pt x="573036" y="3525380"/>
                  </a:lnTo>
                  <a:lnTo>
                    <a:pt x="634085" y="3532428"/>
                  </a:lnTo>
                  <a:lnTo>
                    <a:pt x="697204" y="3538499"/>
                  </a:lnTo>
                  <a:lnTo>
                    <a:pt x="762215" y="3543554"/>
                  </a:lnTo>
                  <a:lnTo>
                    <a:pt x="828979" y="3547554"/>
                  </a:lnTo>
                  <a:lnTo>
                    <a:pt x="897331" y="3550462"/>
                  </a:lnTo>
                  <a:lnTo>
                    <a:pt x="967130" y="3552228"/>
                  </a:lnTo>
                  <a:lnTo>
                    <a:pt x="1038225" y="3552825"/>
                  </a:lnTo>
                  <a:lnTo>
                    <a:pt x="1109306" y="3552228"/>
                  </a:lnTo>
                  <a:lnTo>
                    <a:pt x="1179106" y="3550462"/>
                  </a:lnTo>
                  <a:lnTo>
                    <a:pt x="1247457" y="3547554"/>
                  </a:lnTo>
                  <a:lnTo>
                    <a:pt x="1314221" y="3543554"/>
                  </a:lnTo>
                  <a:lnTo>
                    <a:pt x="1379232" y="3538499"/>
                  </a:lnTo>
                  <a:lnTo>
                    <a:pt x="1442351" y="3532428"/>
                  </a:lnTo>
                  <a:lnTo>
                    <a:pt x="1503400" y="3525380"/>
                  </a:lnTo>
                  <a:lnTo>
                    <a:pt x="1562239" y="3517392"/>
                  </a:lnTo>
                  <a:lnTo>
                    <a:pt x="1618703" y="3508502"/>
                  </a:lnTo>
                  <a:lnTo>
                    <a:pt x="1672653" y="3498748"/>
                  </a:lnTo>
                  <a:lnTo>
                    <a:pt x="1723923" y="3488169"/>
                  </a:lnTo>
                  <a:lnTo>
                    <a:pt x="1772361" y="3476802"/>
                  </a:lnTo>
                  <a:lnTo>
                    <a:pt x="1817814" y="3464699"/>
                  </a:lnTo>
                  <a:lnTo>
                    <a:pt x="1860118" y="3451872"/>
                  </a:lnTo>
                  <a:lnTo>
                    <a:pt x="1899132" y="3438385"/>
                  </a:lnTo>
                  <a:lnTo>
                    <a:pt x="1934692" y="3424275"/>
                  </a:lnTo>
                  <a:lnTo>
                    <a:pt x="1994852" y="3394291"/>
                  </a:lnTo>
                  <a:lnTo>
                    <a:pt x="2039353" y="3362261"/>
                  </a:lnTo>
                  <a:lnTo>
                    <a:pt x="2066963" y="3328466"/>
                  </a:lnTo>
                  <a:lnTo>
                    <a:pt x="2076450" y="3293237"/>
                  </a:lnTo>
                  <a:lnTo>
                    <a:pt x="2076450" y="259588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124699" y="1581150"/>
              <a:ext cx="2076450" cy="3552825"/>
            </a:xfrm>
            <a:custGeom>
              <a:avLst/>
              <a:gdLst/>
              <a:ahLst/>
              <a:cxnLst/>
              <a:rect l="l" t="t" r="r" b="b"/>
              <a:pathLst>
                <a:path w="2076450" h="3552825">
                  <a:moveTo>
                    <a:pt x="2076450" y="259587"/>
                  </a:moveTo>
                  <a:lnTo>
                    <a:pt x="2055357" y="311866"/>
                  </a:lnTo>
                  <a:lnTo>
                    <a:pt x="2019147" y="344794"/>
                  </a:lnTo>
                  <a:lnTo>
                    <a:pt x="1966662" y="375821"/>
                  </a:lnTo>
                  <a:lnTo>
                    <a:pt x="1899139" y="404637"/>
                  </a:lnTo>
                  <a:lnTo>
                    <a:pt x="1860125" y="418119"/>
                  </a:lnTo>
                  <a:lnTo>
                    <a:pt x="1817815" y="430933"/>
                  </a:lnTo>
                  <a:lnTo>
                    <a:pt x="1772364" y="443039"/>
                  </a:lnTo>
                  <a:lnTo>
                    <a:pt x="1723926" y="454399"/>
                  </a:lnTo>
                  <a:lnTo>
                    <a:pt x="1672657" y="464974"/>
                  </a:lnTo>
                  <a:lnTo>
                    <a:pt x="1618710" y="474726"/>
                  </a:lnTo>
                  <a:lnTo>
                    <a:pt x="1562241" y="483616"/>
                  </a:lnTo>
                  <a:lnTo>
                    <a:pt x="1503403" y="491604"/>
                  </a:lnTo>
                  <a:lnTo>
                    <a:pt x="1442352" y="498653"/>
                  </a:lnTo>
                  <a:lnTo>
                    <a:pt x="1379243" y="504724"/>
                  </a:lnTo>
                  <a:lnTo>
                    <a:pt x="1314229" y="509777"/>
                  </a:lnTo>
                  <a:lnTo>
                    <a:pt x="1247466" y="513776"/>
                  </a:lnTo>
                  <a:lnTo>
                    <a:pt x="1179107" y="516679"/>
                  </a:lnTo>
                  <a:lnTo>
                    <a:pt x="1109309" y="518450"/>
                  </a:lnTo>
                  <a:lnTo>
                    <a:pt x="1038225" y="519049"/>
                  </a:lnTo>
                  <a:lnTo>
                    <a:pt x="967140" y="518450"/>
                  </a:lnTo>
                  <a:lnTo>
                    <a:pt x="897342" y="516679"/>
                  </a:lnTo>
                  <a:lnTo>
                    <a:pt x="828983" y="513776"/>
                  </a:lnTo>
                  <a:lnTo>
                    <a:pt x="762220" y="509777"/>
                  </a:lnTo>
                  <a:lnTo>
                    <a:pt x="697206" y="504724"/>
                  </a:lnTo>
                  <a:lnTo>
                    <a:pt x="634097" y="498653"/>
                  </a:lnTo>
                  <a:lnTo>
                    <a:pt x="573046" y="491604"/>
                  </a:lnTo>
                  <a:lnTo>
                    <a:pt x="514208" y="483616"/>
                  </a:lnTo>
                  <a:lnTo>
                    <a:pt x="457739" y="474726"/>
                  </a:lnTo>
                  <a:lnTo>
                    <a:pt x="403792" y="464974"/>
                  </a:lnTo>
                  <a:lnTo>
                    <a:pt x="352523" y="454399"/>
                  </a:lnTo>
                  <a:lnTo>
                    <a:pt x="304085" y="443039"/>
                  </a:lnTo>
                  <a:lnTo>
                    <a:pt x="258634" y="430933"/>
                  </a:lnTo>
                  <a:lnTo>
                    <a:pt x="216324" y="418119"/>
                  </a:lnTo>
                  <a:lnTo>
                    <a:pt x="177310" y="404637"/>
                  </a:lnTo>
                  <a:lnTo>
                    <a:pt x="141746" y="390525"/>
                  </a:lnTo>
                  <a:lnTo>
                    <a:pt x="81587" y="360564"/>
                  </a:lnTo>
                  <a:lnTo>
                    <a:pt x="37085" y="328549"/>
                  </a:lnTo>
                  <a:lnTo>
                    <a:pt x="9477" y="294786"/>
                  </a:lnTo>
                  <a:lnTo>
                    <a:pt x="0" y="259587"/>
                  </a:lnTo>
                  <a:lnTo>
                    <a:pt x="2395" y="241813"/>
                  </a:lnTo>
                  <a:lnTo>
                    <a:pt x="21092" y="207267"/>
                  </a:lnTo>
                  <a:lnTo>
                    <a:pt x="57302" y="174317"/>
                  </a:lnTo>
                  <a:lnTo>
                    <a:pt x="109787" y="143272"/>
                  </a:lnTo>
                  <a:lnTo>
                    <a:pt x="177310" y="114442"/>
                  </a:lnTo>
                  <a:lnTo>
                    <a:pt x="216324" y="100954"/>
                  </a:lnTo>
                  <a:lnTo>
                    <a:pt x="258634" y="88135"/>
                  </a:lnTo>
                  <a:lnTo>
                    <a:pt x="304085" y="76025"/>
                  </a:lnTo>
                  <a:lnTo>
                    <a:pt x="352523" y="64661"/>
                  </a:lnTo>
                  <a:lnTo>
                    <a:pt x="403792" y="54083"/>
                  </a:lnTo>
                  <a:lnTo>
                    <a:pt x="457739" y="44329"/>
                  </a:lnTo>
                  <a:lnTo>
                    <a:pt x="514208" y="35437"/>
                  </a:lnTo>
                  <a:lnTo>
                    <a:pt x="573046" y="27447"/>
                  </a:lnTo>
                  <a:lnTo>
                    <a:pt x="634097" y="20397"/>
                  </a:lnTo>
                  <a:lnTo>
                    <a:pt x="697206" y="14325"/>
                  </a:lnTo>
                  <a:lnTo>
                    <a:pt x="762220" y="9271"/>
                  </a:lnTo>
                  <a:lnTo>
                    <a:pt x="828983" y="5273"/>
                  </a:lnTo>
                  <a:lnTo>
                    <a:pt x="897342" y="2369"/>
                  </a:lnTo>
                  <a:lnTo>
                    <a:pt x="967140" y="598"/>
                  </a:lnTo>
                  <a:lnTo>
                    <a:pt x="1038225" y="0"/>
                  </a:lnTo>
                  <a:lnTo>
                    <a:pt x="1109309" y="598"/>
                  </a:lnTo>
                  <a:lnTo>
                    <a:pt x="1179107" y="2369"/>
                  </a:lnTo>
                  <a:lnTo>
                    <a:pt x="1247466" y="5273"/>
                  </a:lnTo>
                  <a:lnTo>
                    <a:pt x="1314229" y="9271"/>
                  </a:lnTo>
                  <a:lnTo>
                    <a:pt x="1379243" y="14325"/>
                  </a:lnTo>
                  <a:lnTo>
                    <a:pt x="1442352" y="20397"/>
                  </a:lnTo>
                  <a:lnTo>
                    <a:pt x="1503403" y="27447"/>
                  </a:lnTo>
                  <a:lnTo>
                    <a:pt x="1562241" y="35437"/>
                  </a:lnTo>
                  <a:lnTo>
                    <a:pt x="1618710" y="44329"/>
                  </a:lnTo>
                  <a:lnTo>
                    <a:pt x="1672657" y="54083"/>
                  </a:lnTo>
                  <a:lnTo>
                    <a:pt x="1723926" y="64661"/>
                  </a:lnTo>
                  <a:lnTo>
                    <a:pt x="1772364" y="76025"/>
                  </a:lnTo>
                  <a:lnTo>
                    <a:pt x="1817815" y="88135"/>
                  </a:lnTo>
                  <a:lnTo>
                    <a:pt x="1860125" y="100954"/>
                  </a:lnTo>
                  <a:lnTo>
                    <a:pt x="1899139" y="114442"/>
                  </a:lnTo>
                  <a:lnTo>
                    <a:pt x="1934703" y="128561"/>
                  </a:lnTo>
                  <a:lnTo>
                    <a:pt x="1994862" y="158537"/>
                  </a:lnTo>
                  <a:lnTo>
                    <a:pt x="2039364" y="190573"/>
                  </a:lnTo>
                  <a:lnTo>
                    <a:pt x="2066972" y="224359"/>
                  </a:lnTo>
                  <a:lnTo>
                    <a:pt x="2076450" y="259587"/>
                  </a:lnTo>
                  <a:lnTo>
                    <a:pt x="2076450" y="3293237"/>
                  </a:lnTo>
                  <a:lnTo>
                    <a:pt x="2055357" y="3345557"/>
                  </a:lnTo>
                  <a:lnTo>
                    <a:pt x="2019147" y="3378507"/>
                  </a:lnTo>
                  <a:lnTo>
                    <a:pt x="1966662" y="3409552"/>
                  </a:lnTo>
                  <a:lnTo>
                    <a:pt x="1899139" y="3438382"/>
                  </a:lnTo>
                  <a:lnTo>
                    <a:pt x="1860125" y="3451870"/>
                  </a:lnTo>
                  <a:lnTo>
                    <a:pt x="1817815" y="3464689"/>
                  </a:lnTo>
                  <a:lnTo>
                    <a:pt x="1772364" y="3476799"/>
                  </a:lnTo>
                  <a:lnTo>
                    <a:pt x="1723926" y="3488163"/>
                  </a:lnTo>
                  <a:lnTo>
                    <a:pt x="1672657" y="3498741"/>
                  </a:lnTo>
                  <a:lnTo>
                    <a:pt x="1618710" y="3508495"/>
                  </a:lnTo>
                  <a:lnTo>
                    <a:pt x="1562241" y="3517387"/>
                  </a:lnTo>
                  <a:lnTo>
                    <a:pt x="1503403" y="3525377"/>
                  </a:lnTo>
                  <a:lnTo>
                    <a:pt x="1442352" y="3532427"/>
                  </a:lnTo>
                  <a:lnTo>
                    <a:pt x="1379243" y="3538499"/>
                  </a:lnTo>
                  <a:lnTo>
                    <a:pt x="1314229" y="3543553"/>
                  </a:lnTo>
                  <a:lnTo>
                    <a:pt x="1247466" y="3547551"/>
                  </a:lnTo>
                  <a:lnTo>
                    <a:pt x="1179107" y="3550455"/>
                  </a:lnTo>
                  <a:lnTo>
                    <a:pt x="1109309" y="3552226"/>
                  </a:lnTo>
                  <a:lnTo>
                    <a:pt x="1038225" y="3552825"/>
                  </a:lnTo>
                  <a:lnTo>
                    <a:pt x="967140" y="3552226"/>
                  </a:lnTo>
                  <a:lnTo>
                    <a:pt x="897342" y="3550455"/>
                  </a:lnTo>
                  <a:lnTo>
                    <a:pt x="828983" y="3547551"/>
                  </a:lnTo>
                  <a:lnTo>
                    <a:pt x="762220" y="3543553"/>
                  </a:lnTo>
                  <a:lnTo>
                    <a:pt x="697206" y="3538499"/>
                  </a:lnTo>
                  <a:lnTo>
                    <a:pt x="634097" y="3532427"/>
                  </a:lnTo>
                  <a:lnTo>
                    <a:pt x="573046" y="3525377"/>
                  </a:lnTo>
                  <a:lnTo>
                    <a:pt x="514208" y="3517387"/>
                  </a:lnTo>
                  <a:lnTo>
                    <a:pt x="457739" y="3508495"/>
                  </a:lnTo>
                  <a:lnTo>
                    <a:pt x="403792" y="3498741"/>
                  </a:lnTo>
                  <a:lnTo>
                    <a:pt x="352523" y="3488163"/>
                  </a:lnTo>
                  <a:lnTo>
                    <a:pt x="304085" y="3476799"/>
                  </a:lnTo>
                  <a:lnTo>
                    <a:pt x="258634" y="3464689"/>
                  </a:lnTo>
                  <a:lnTo>
                    <a:pt x="216324" y="3451870"/>
                  </a:lnTo>
                  <a:lnTo>
                    <a:pt x="177310" y="3438382"/>
                  </a:lnTo>
                  <a:lnTo>
                    <a:pt x="141746" y="3424263"/>
                  </a:lnTo>
                  <a:lnTo>
                    <a:pt x="81587" y="3394287"/>
                  </a:lnTo>
                  <a:lnTo>
                    <a:pt x="37085" y="3362251"/>
                  </a:lnTo>
                  <a:lnTo>
                    <a:pt x="9477" y="3328465"/>
                  </a:lnTo>
                  <a:lnTo>
                    <a:pt x="0" y="3293237"/>
                  </a:lnTo>
                  <a:lnTo>
                    <a:pt x="0" y="259587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98525" y="1568767"/>
            <a:ext cx="91566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Trebuchet MS"/>
                <a:cs typeface="Trebuchet MS"/>
              </a:rPr>
              <a:t>Frontend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129279" y="1654111"/>
            <a:ext cx="88709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Backend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88000" y="1668462"/>
            <a:ext cx="9836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rebuchet MS"/>
                <a:cs typeface="Trebuchet MS"/>
              </a:rPr>
              <a:t>Database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804531" y="1732597"/>
            <a:ext cx="8337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rebuchet MS"/>
                <a:cs typeface="Trebuchet MS"/>
              </a:rPr>
              <a:t>Security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9448801" y="1628776"/>
            <a:ext cx="2124075" cy="3533775"/>
            <a:chOff x="9448801" y="1628776"/>
            <a:chExt cx="2124075" cy="3533775"/>
          </a:xfrm>
        </p:grpSpPr>
        <p:sp>
          <p:nvSpPr>
            <p:cNvPr id="20" name="object 20" descr=""/>
            <p:cNvSpPr/>
            <p:nvPr/>
          </p:nvSpPr>
          <p:spPr>
            <a:xfrm>
              <a:off x="9458325" y="1638299"/>
              <a:ext cx="2105025" cy="3514725"/>
            </a:xfrm>
            <a:custGeom>
              <a:avLst/>
              <a:gdLst/>
              <a:ahLst/>
              <a:cxnLst/>
              <a:rect l="l" t="t" r="r" b="b"/>
              <a:pathLst>
                <a:path w="2105025" h="3514725">
                  <a:moveTo>
                    <a:pt x="2105025" y="263144"/>
                  </a:moveTo>
                  <a:lnTo>
                    <a:pt x="2083638" y="210134"/>
                  </a:lnTo>
                  <a:lnTo>
                    <a:pt x="2046935" y="176733"/>
                  </a:lnTo>
                  <a:lnTo>
                    <a:pt x="1993722" y="145262"/>
                  </a:lnTo>
                  <a:lnTo>
                    <a:pt x="1925281" y="116039"/>
                  </a:lnTo>
                  <a:lnTo>
                    <a:pt x="1885721" y="102374"/>
                  </a:lnTo>
                  <a:lnTo>
                    <a:pt x="1842833" y="89369"/>
                  </a:lnTo>
                  <a:lnTo>
                    <a:pt x="1796757" y="77101"/>
                  </a:lnTo>
                  <a:lnTo>
                    <a:pt x="1747647" y="65570"/>
                  </a:lnTo>
                  <a:lnTo>
                    <a:pt x="1695678" y="54851"/>
                  </a:lnTo>
                  <a:lnTo>
                    <a:pt x="1640979" y="44958"/>
                  </a:lnTo>
                  <a:lnTo>
                    <a:pt x="1583740" y="35941"/>
                  </a:lnTo>
                  <a:lnTo>
                    <a:pt x="1524088" y="27838"/>
                  </a:lnTo>
                  <a:lnTo>
                    <a:pt x="1462189" y="20688"/>
                  </a:lnTo>
                  <a:lnTo>
                    <a:pt x="1398206" y="14528"/>
                  </a:lnTo>
                  <a:lnTo>
                    <a:pt x="1332293" y="9410"/>
                  </a:lnTo>
                  <a:lnTo>
                    <a:pt x="1264602" y="5359"/>
                  </a:lnTo>
                  <a:lnTo>
                    <a:pt x="1195285" y="2413"/>
                  </a:lnTo>
                  <a:lnTo>
                    <a:pt x="1124521" y="609"/>
                  </a:lnTo>
                  <a:lnTo>
                    <a:pt x="1052449" y="0"/>
                  </a:lnTo>
                  <a:lnTo>
                    <a:pt x="980376" y="609"/>
                  </a:lnTo>
                  <a:lnTo>
                    <a:pt x="909624" y="2413"/>
                  </a:lnTo>
                  <a:lnTo>
                    <a:pt x="840333" y="5359"/>
                  </a:lnTo>
                  <a:lnTo>
                    <a:pt x="772655" y="9410"/>
                  </a:lnTo>
                  <a:lnTo>
                    <a:pt x="706742" y="14528"/>
                  </a:lnTo>
                  <a:lnTo>
                    <a:pt x="642772" y="20688"/>
                  </a:lnTo>
                  <a:lnTo>
                    <a:pt x="580885" y="27838"/>
                  </a:lnTo>
                  <a:lnTo>
                    <a:pt x="521233" y="35941"/>
                  </a:lnTo>
                  <a:lnTo>
                    <a:pt x="463994" y="44958"/>
                  </a:lnTo>
                  <a:lnTo>
                    <a:pt x="409308" y="54851"/>
                  </a:lnTo>
                  <a:lnTo>
                    <a:pt x="357339" y="65570"/>
                  </a:lnTo>
                  <a:lnTo>
                    <a:pt x="308241" y="77101"/>
                  </a:lnTo>
                  <a:lnTo>
                    <a:pt x="262166" y="89369"/>
                  </a:lnTo>
                  <a:lnTo>
                    <a:pt x="219278" y="102374"/>
                  </a:lnTo>
                  <a:lnTo>
                    <a:pt x="179730" y="116039"/>
                  </a:lnTo>
                  <a:lnTo>
                    <a:pt x="143675" y="130352"/>
                  </a:lnTo>
                  <a:lnTo>
                    <a:pt x="82702" y="160743"/>
                  </a:lnTo>
                  <a:lnTo>
                    <a:pt x="37592" y="193205"/>
                  </a:lnTo>
                  <a:lnTo>
                    <a:pt x="9601" y="227457"/>
                  </a:lnTo>
                  <a:lnTo>
                    <a:pt x="0" y="263144"/>
                  </a:lnTo>
                  <a:lnTo>
                    <a:pt x="0" y="3251581"/>
                  </a:lnTo>
                  <a:lnTo>
                    <a:pt x="21374" y="3304603"/>
                  </a:lnTo>
                  <a:lnTo>
                    <a:pt x="58077" y="3338004"/>
                  </a:lnTo>
                  <a:lnTo>
                    <a:pt x="111290" y="3369475"/>
                  </a:lnTo>
                  <a:lnTo>
                    <a:pt x="179730" y="3398697"/>
                  </a:lnTo>
                  <a:lnTo>
                    <a:pt x="219290" y="3412363"/>
                  </a:lnTo>
                  <a:lnTo>
                    <a:pt x="262178" y="3425367"/>
                  </a:lnTo>
                  <a:lnTo>
                    <a:pt x="308254" y="3437636"/>
                  </a:lnTo>
                  <a:lnTo>
                    <a:pt x="357365" y="3449167"/>
                  </a:lnTo>
                  <a:lnTo>
                    <a:pt x="409333" y="3459886"/>
                  </a:lnTo>
                  <a:lnTo>
                    <a:pt x="464032" y="3469779"/>
                  </a:lnTo>
                  <a:lnTo>
                    <a:pt x="521271" y="3478796"/>
                  </a:lnTo>
                  <a:lnTo>
                    <a:pt x="580923" y="3486899"/>
                  </a:lnTo>
                  <a:lnTo>
                    <a:pt x="642823" y="3494049"/>
                  </a:lnTo>
                  <a:lnTo>
                    <a:pt x="706805" y="3500209"/>
                  </a:lnTo>
                  <a:lnTo>
                    <a:pt x="772718" y="3505327"/>
                  </a:lnTo>
                  <a:lnTo>
                    <a:pt x="840409" y="3509378"/>
                  </a:lnTo>
                  <a:lnTo>
                    <a:pt x="909726" y="3512324"/>
                  </a:lnTo>
                  <a:lnTo>
                    <a:pt x="980490" y="3514128"/>
                  </a:lnTo>
                  <a:lnTo>
                    <a:pt x="1052576" y="3514725"/>
                  </a:lnTo>
                  <a:lnTo>
                    <a:pt x="1124635" y="3514128"/>
                  </a:lnTo>
                  <a:lnTo>
                    <a:pt x="1195387" y="3512324"/>
                  </a:lnTo>
                  <a:lnTo>
                    <a:pt x="1264678" y="3509378"/>
                  </a:lnTo>
                  <a:lnTo>
                    <a:pt x="1332357" y="3505327"/>
                  </a:lnTo>
                  <a:lnTo>
                    <a:pt x="1398270" y="3500209"/>
                  </a:lnTo>
                  <a:lnTo>
                    <a:pt x="1462239" y="3494049"/>
                  </a:lnTo>
                  <a:lnTo>
                    <a:pt x="1524127" y="3486899"/>
                  </a:lnTo>
                  <a:lnTo>
                    <a:pt x="1583778" y="3478796"/>
                  </a:lnTo>
                  <a:lnTo>
                    <a:pt x="1641017" y="3469779"/>
                  </a:lnTo>
                  <a:lnTo>
                    <a:pt x="1695704" y="3459886"/>
                  </a:lnTo>
                  <a:lnTo>
                    <a:pt x="1747672" y="3449167"/>
                  </a:lnTo>
                  <a:lnTo>
                    <a:pt x="1796770" y="3437636"/>
                  </a:lnTo>
                  <a:lnTo>
                    <a:pt x="1842846" y="3425367"/>
                  </a:lnTo>
                  <a:lnTo>
                    <a:pt x="1885734" y="3412363"/>
                  </a:lnTo>
                  <a:lnTo>
                    <a:pt x="1925281" y="3398697"/>
                  </a:lnTo>
                  <a:lnTo>
                    <a:pt x="1961337" y="3384385"/>
                  </a:lnTo>
                  <a:lnTo>
                    <a:pt x="2022309" y="3353993"/>
                  </a:lnTo>
                  <a:lnTo>
                    <a:pt x="2067420" y="3321532"/>
                  </a:lnTo>
                  <a:lnTo>
                    <a:pt x="2095411" y="3287280"/>
                  </a:lnTo>
                  <a:lnTo>
                    <a:pt x="2105025" y="3251581"/>
                  </a:lnTo>
                  <a:lnTo>
                    <a:pt x="2105025" y="263144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458324" y="1638300"/>
              <a:ext cx="2105025" cy="3514725"/>
            </a:xfrm>
            <a:custGeom>
              <a:avLst/>
              <a:gdLst/>
              <a:ahLst/>
              <a:cxnLst/>
              <a:rect l="l" t="t" r="r" b="b"/>
              <a:pathLst>
                <a:path w="2105025" h="3514725">
                  <a:moveTo>
                    <a:pt x="2105025" y="263144"/>
                  </a:moveTo>
                  <a:lnTo>
                    <a:pt x="2083644" y="316164"/>
                  </a:lnTo>
                  <a:lnTo>
                    <a:pt x="2046939" y="349559"/>
                  </a:lnTo>
                  <a:lnTo>
                    <a:pt x="1993737" y="381026"/>
                  </a:lnTo>
                  <a:lnTo>
                    <a:pt x="1925290" y="410251"/>
                  </a:lnTo>
                  <a:lnTo>
                    <a:pt x="1885742" y="423925"/>
                  </a:lnTo>
                  <a:lnTo>
                    <a:pt x="1842853" y="436920"/>
                  </a:lnTo>
                  <a:lnTo>
                    <a:pt x="1796780" y="449199"/>
                  </a:lnTo>
                  <a:lnTo>
                    <a:pt x="1747679" y="460720"/>
                  </a:lnTo>
                  <a:lnTo>
                    <a:pt x="1695707" y="471445"/>
                  </a:lnTo>
                  <a:lnTo>
                    <a:pt x="1641022" y="481335"/>
                  </a:lnTo>
                  <a:lnTo>
                    <a:pt x="1583779" y="490351"/>
                  </a:lnTo>
                  <a:lnTo>
                    <a:pt x="1524135" y="498453"/>
                  </a:lnTo>
                  <a:lnTo>
                    <a:pt x="1462248" y="505602"/>
                  </a:lnTo>
                  <a:lnTo>
                    <a:pt x="1398273" y="511759"/>
                  </a:lnTo>
                  <a:lnTo>
                    <a:pt x="1332368" y="516885"/>
                  </a:lnTo>
                  <a:lnTo>
                    <a:pt x="1264689" y="520940"/>
                  </a:lnTo>
                  <a:lnTo>
                    <a:pt x="1195392" y="523884"/>
                  </a:lnTo>
                  <a:lnTo>
                    <a:pt x="1124636" y="525680"/>
                  </a:lnTo>
                  <a:lnTo>
                    <a:pt x="1052576" y="526288"/>
                  </a:lnTo>
                  <a:lnTo>
                    <a:pt x="980500" y="525680"/>
                  </a:lnTo>
                  <a:lnTo>
                    <a:pt x="909729" y="523884"/>
                  </a:lnTo>
                  <a:lnTo>
                    <a:pt x="840421" y="520940"/>
                  </a:lnTo>
                  <a:lnTo>
                    <a:pt x="772730" y="516885"/>
                  </a:lnTo>
                  <a:lnTo>
                    <a:pt x="706814" y="511759"/>
                  </a:lnTo>
                  <a:lnTo>
                    <a:pt x="642830" y="505602"/>
                  </a:lnTo>
                  <a:lnTo>
                    <a:pt x="580934" y="498453"/>
                  </a:lnTo>
                  <a:lnTo>
                    <a:pt x="521283" y="490351"/>
                  </a:lnTo>
                  <a:lnTo>
                    <a:pt x="464033" y="481335"/>
                  </a:lnTo>
                  <a:lnTo>
                    <a:pt x="409342" y="471445"/>
                  </a:lnTo>
                  <a:lnTo>
                    <a:pt x="357365" y="460720"/>
                  </a:lnTo>
                  <a:lnTo>
                    <a:pt x="308260" y="449198"/>
                  </a:lnTo>
                  <a:lnTo>
                    <a:pt x="262183" y="436920"/>
                  </a:lnTo>
                  <a:lnTo>
                    <a:pt x="219291" y="423925"/>
                  </a:lnTo>
                  <a:lnTo>
                    <a:pt x="179741" y="410251"/>
                  </a:lnTo>
                  <a:lnTo>
                    <a:pt x="143688" y="395938"/>
                  </a:lnTo>
                  <a:lnTo>
                    <a:pt x="82704" y="365553"/>
                  </a:lnTo>
                  <a:lnTo>
                    <a:pt x="37593" y="333083"/>
                  </a:lnTo>
                  <a:lnTo>
                    <a:pt x="9607" y="298842"/>
                  </a:lnTo>
                  <a:lnTo>
                    <a:pt x="0" y="263144"/>
                  </a:lnTo>
                  <a:lnTo>
                    <a:pt x="2427" y="245132"/>
                  </a:lnTo>
                  <a:lnTo>
                    <a:pt x="21381" y="210123"/>
                  </a:lnTo>
                  <a:lnTo>
                    <a:pt x="58086" y="176728"/>
                  </a:lnTo>
                  <a:lnTo>
                    <a:pt x="111291" y="145261"/>
                  </a:lnTo>
                  <a:lnTo>
                    <a:pt x="179741" y="116036"/>
                  </a:lnTo>
                  <a:lnTo>
                    <a:pt x="219291" y="102362"/>
                  </a:lnTo>
                  <a:lnTo>
                    <a:pt x="262183" y="89367"/>
                  </a:lnTo>
                  <a:lnTo>
                    <a:pt x="308260" y="77089"/>
                  </a:lnTo>
                  <a:lnTo>
                    <a:pt x="357365" y="65567"/>
                  </a:lnTo>
                  <a:lnTo>
                    <a:pt x="409342" y="54842"/>
                  </a:lnTo>
                  <a:lnTo>
                    <a:pt x="464033" y="44952"/>
                  </a:lnTo>
                  <a:lnTo>
                    <a:pt x="521283" y="35936"/>
                  </a:lnTo>
                  <a:lnTo>
                    <a:pt x="580934" y="27834"/>
                  </a:lnTo>
                  <a:lnTo>
                    <a:pt x="642830" y="20685"/>
                  </a:lnTo>
                  <a:lnTo>
                    <a:pt x="706814" y="14528"/>
                  </a:lnTo>
                  <a:lnTo>
                    <a:pt x="772730" y="9402"/>
                  </a:lnTo>
                  <a:lnTo>
                    <a:pt x="840421" y="5347"/>
                  </a:lnTo>
                  <a:lnTo>
                    <a:pt x="909729" y="2403"/>
                  </a:lnTo>
                  <a:lnTo>
                    <a:pt x="980500" y="607"/>
                  </a:lnTo>
                  <a:lnTo>
                    <a:pt x="1052576" y="0"/>
                  </a:lnTo>
                  <a:lnTo>
                    <a:pt x="1124636" y="607"/>
                  </a:lnTo>
                  <a:lnTo>
                    <a:pt x="1195392" y="2403"/>
                  </a:lnTo>
                  <a:lnTo>
                    <a:pt x="1264689" y="5347"/>
                  </a:lnTo>
                  <a:lnTo>
                    <a:pt x="1332368" y="9402"/>
                  </a:lnTo>
                  <a:lnTo>
                    <a:pt x="1398273" y="14528"/>
                  </a:lnTo>
                  <a:lnTo>
                    <a:pt x="1462248" y="20685"/>
                  </a:lnTo>
                  <a:lnTo>
                    <a:pt x="1524135" y="27834"/>
                  </a:lnTo>
                  <a:lnTo>
                    <a:pt x="1583779" y="35936"/>
                  </a:lnTo>
                  <a:lnTo>
                    <a:pt x="1641022" y="44952"/>
                  </a:lnTo>
                  <a:lnTo>
                    <a:pt x="1695707" y="54842"/>
                  </a:lnTo>
                  <a:lnTo>
                    <a:pt x="1747679" y="65567"/>
                  </a:lnTo>
                  <a:lnTo>
                    <a:pt x="1796780" y="77089"/>
                  </a:lnTo>
                  <a:lnTo>
                    <a:pt x="1842853" y="89367"/>
                  </a:lnTo>
                  <a:lnTo>
                    <a:pt x="1885742" y="102362"/>
                  </a:lnTo>
                  <a:lnTo>
                    <a:pt x="1925290" y="116036"/>
                  </a:lnTo>
                  <a:lnTo>
                    <a:pt x="1961340" y="130349"/>
                  </a:lnTo>
                  <a:lnTo>
                    <a:pt x="2022322" y="160734"/>
                  </a:lnTo>
                  <a:lnTo>
                    <a:pt x="2067432" y="193204"/>
                  </a:lnTo>
                  <a:lnTo>
                    <a:pt x="2095417" y="227445"/>
                  </a:lnTo>
                  <a:lnTo>
                    <a:pt x="2105025" y="263144"/>
                  </a:lnTo>
                  <a:lnTo>
                    <a:pt x="2105025" y="3251580"/>
                  </a:lnTo>
                  <a:lnTo>
                    <a:pt x="2083644" y="3304601"/>
                  </a:lnTo>
                  <a:lnTo>
                    <a:pt x="2046939" y="3337996"/>
                  </a:lnTo>
                  <a:lnTo>
                    <a:pt x="1993737" y="3369463"/>
                  </a:lnTo>
                  <a:lnTo>
                    <a:pt x="1925290" y="3398688"/>
                  </a:lnTo>
                  <a:lnTo>
                    <a:pt x="1885742" y="3412362"/>
                  </a:lnTo>
                  <a:lnTo>
                    <a:pt x="1842853" y="3425357"/>
                  </a:lnTo>
                  <a:lnTo>
                    <a:pt x="1796780" y="3437636"/>
                  </a:lnTo>
                  <a:lnTo>
                    <a:pt x="1747679" y="3449157"/>
                  </a:lnTo>
                  <a:lnTo>
                    <a:pt x="1695707" y="3459882"/>
                  </a:lnTo>
                  <a:lnTo>
                    <a:pt x="1641022" y="3469772"/>
                  </a:lnTo>
                  <a:lnTo>
                    <a:pt x="1583779" y="3478788"/>
                  </a:lnTo>
                  <a:lnTo>
                    <a:pt x="1524135" y="3486890"/>
                  </a:lnTo>
                  <a:lnTo>
                    <a:pt x="1462248" y="3494039"/>
                  </a:lnTo>
                  <a:lnTo>
                    <a:pt x="1398273" y="3500196"/>
                  </a:lnTo>
                  <a:lnTo>
                    <a:pt x="1332368" y="3505322"/>
                  </a:lnTo>
                  <a:lnTo>
                    <a:pt x="1264689" y="3509377"/>
                  </a:lnTo>
                  <a:lnTo>
                    <a:pt x="1195392" y="3512321"/>
                  </a:lnTo>
                  <a:lnTo>
                    <a:pt x="1124636" y="3514117"/>
                  </a:lnTo>
                  <a:lnTo>
                    <a:pt x="1052576" y="3514725"/>
                  </a:lnTo>
                  <a:lnTo>
                    <a:pt x="980500" y="3514117"/>
                  </a:lnTo>
                  <a:lnTo>
                    <a:pt x="909729" y="3512321"/>
                  </a:lnTo>
                  <a:lnTo>
                    <a:pt x="840421" y="3509377"/>
                  </a:lnTo>
                  <a:lnTo>
                    <a:pt x="772730" y="3505322"/>
                  </a:lnTo>
                  <a:lnTo>
                    <a:pt x="706814" y="3500196"/>
                  </a:lnTo>
                  <a:lnTo>
                    <a:pt x="642830" y="3494039"/>
                  </a:lnTo>
                  <a:lnTo>
                    <a:pt x="580934" y="3486890"/>
                  </a:lnTo>
                  <a:lnTo>
                    <a:pt x="521283" y="3478788"/>
                  </a:lnTo>
                  <a:lnTo>
                    <a:pt x="464033" y="3469772"/>
                  </a:lnTo>
                  <a:lnTo>
                    <a:pt x="409342" y="3459882"/>
                  </a:lnTo>
                  <a:lnTo>
                    <a:pt x="357365" y="3449157"/>
                  </a:lnTo>
                  <a:lnTo>
                    <a:pt x="308260" y="3437636"/>
                  </a:lnTo>
                  <a:lnTo>
                    <a:pt x="262183" y="3425357"/>
                  </a:lnTo>
                  <a:lnTo>
                    <a:pt x="219291" y="3412362"/>
                  </a:lnTo>
                  <a:lnTo>
                    <a:pt x="179741" y="3398688"/>
                  </a:lnTo>
                  <a:lnTo>
                    <a:pt x="143688" y="3384375"/>
                  </a:lnTo>
                  <a:lnTo>
                    <a:pt x="82704" y="3353990"/>
                  </a:lnTo>
                  <a:lnTo>
                    <a:pt x="37593" y="3321520"/>
                  </a:lnTo>
                  <a:lnTo>
                    <a:pt x="9607" y="3287279"/>
                  </a:lnTo>
                  <a:lnTo>
                    <a:pt x="0" y="3251580"/>
                  </a:lnTo>
                  <a:lnTo>
                    <a:pt x="0" y="263144"/>
                  </a:lnTo>
                </a:path>
              </a:pathLst>
            </a:custGeom>
            <a:ln w="19046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070718" y="1732597"/>
            <a:ext cx="5372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latin typeface="Trebuchet MS"/>
                <a:cs typeface="Trebuchet MS"/>
              </a:rPr>
              <a:t>Tools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0394" y="2424366"/>
            <a:ext cx="972819" cy="1555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React </a:t>
            </a:r>
            <a:r>
              <a:rPr dirty="0" sz="2000" spc="-20" i="1">
                <a:solidFill>
                  <a:srgbClr val="FFFFFF"/>
                </a:solidFill>
                <a:latin typeface="Constantia"/>
                <a:cs typeface="Constantia"/>
              </a:rPr>
              <a:t>Vite </a:t>
            </a: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Tailwind </a:t>
            </a:r>
            <a:r>
              <a:rPr dirty="0" sz="2000" spc="-20" i="1">
                <a:solidFill>
                  <a:srgbClr val="FFFFFF"/>
                </a:solidFill>
                <a:latin typeface="Constantia"/>
                <a:cs typeface="Constantia"/>
              </a:rPr>
              <a:t>Recharts </a:t>
            </a: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Axios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715895" y="2367216"/>
            <a:ext cx="1087120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Node.js, </a:t>
            </a:r>
            <a:r>
              <a:rPr dirty="0" sz="2000" spc="-20" i="1">
                <a:solidFill>
                  <a:srgbClr val="FFFFFF"/>
                </a:solidFill>
                <a:latin typeface="Constantia"/>
                <a:cs typeface="Constantia"/>
              </a:rPr>
              <a:t>Express.js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025135" y="2310447"/>
            <a:ext cx="1141095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MongoDB Mongoose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333995" y="2381567"/>
            <a:ext cx="1502410" cy="9448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 i="1">
                <a:solidFill>
                  <a:srgbClr val="FFFFFF"/>
                </a:solidFill>
                <a:latin typeface="Constantia"/>
                <a:cs typeface="Constantia"/>
              </a:rPr>
              <a:t>JWT</a:t>
            </a:r>
            <a:endParaRPr sz="20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Bcryptjs</a:t>
            </a:r>
            <a:endParaRPr sz="2000">
              <a:latin typeface="Constantia"/>
              <a:cs typeface="Constant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i="1">
                <a:solidFill>
                  <a:srgbClr val="FFFFFF"/>
                </a:solidFill>
                <a:latin typeface="Constantia"/>
                <a:cs typeface="Constantia"/>
              </a:rPr>
              <a:t>Rate</a:t>
            </a:r>
            <a:r>
              <a:rPr dirty="0" sz="2000" spc="-120" i="1">
                <a:solidFill>
                  <a:srgbClr val="FFFFFF"/>
                </a:solidFill>
                <a:latin typeface="Constantia"/>
                <a:cs typeface="Constantia"/>
              </a:rPr>
              <a:t> </a:t>
            </a: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Limiting</a:t>
            </a:r>
            <a:endParaRPr sz="2000">
              <a:latin typeface="Constantia"/>
              <a:cs typeface="Constanti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628758" y="2395791"/>
            <a:ext cx="874394" cy="6400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dirty="0" sz="2000" spc="-10" i="1">
                <a:solidFill>
                  <a:srgbClr val="FFFFFF"/>
                </a:solidFill>
                <a:latin typeface="Constantia"/>
                <a:cs typeface="Constantia"/>
              </a:rPr>
              <a:t>GitHub </a:t>
            </a:r>
            <a:r>
              <a:rPr dirty="0" sz="2000" spc="-20" i="1">
                <a:solidFill>
                  <a:srgbClr val="FFFFFF"/>
                </a:solidFill>
                <a:latin typeface="Constantia"/>
                <a:cs typeface="Constantia"/>
              </a:rPr>
              <a:t>Railway</a:t>
            </a:r>
            <a:endParaRPr sz="2000">
              <a:latin typeface="Constantia"/>
              <a:cs typeface="Constantia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915542" y="904241"/>
            <a:ext cx="996315" cy="544830"/>
            <a:chOff x="1915542" y="904241"/>
            <a:chExt cx="996315" cy="544830"/>
          </a:xfrm>
        </p:grpSpPr>
        <p:sp>
          <p:nvSpPr>
            <p:cNvPr id="29" name="object 29" descr=""/>
            <p:cNvSpPr/>
            <p:nvPr/>
          </p:nvSpPr>
          <p:spPr>
            <a:xfrm>
              <a:off x="1925066" y="913764"/>
              <a:ext cx="977265" cy="525780"/>
            </a:xfrm>
            <a:custGeom>
              <a:avLst/>
              <a:gdLst/>
              <a:ahLst/>
              <a:cxnLst/>
              <a:rect l="l" t="t" r="r" b="b"/>
              <a:pathLst>
                <a:path w="977264" h="525780">
                  <a:moveTo>
                    <a:pt x="479932" y="0"/>
                  </a:moveTo>
                  <a:lnTo>
                    <a:pt x="435339" y="793"/>
                  </a:lnTo>
                  <a:lnTo>
                    <a:pt x="391787" y="6172"/>
                  </a:lnTo>
                  <a:lnTo>
                    <a:pt x="349478" y="15928"/>
                  </a:lnTo>
                  <a:lnTo>
                    <a:pt x="308611" y="29855"/>
                  </a:lnTo>
                  <a:lnTo>
                    <a:pt x="269389" y="47744"/>
                  </a:lnTo>
                  <a:lnTo>
                    <a:pt x="232012" y="69387"/>
                  </a:lnTo>
                  <a:lnTo>
                    <a:pt x="196679" y="94577"/>
                  </a:lnTo>
                  <a:lnTo>
                    <a:pt x="163593" y="123105"/>
                  </a:lnTo>
                  <a:lnTo>
                    <a:pt x="132953" y="154764"/>
                  </a:lnTo>
                  <a:lnTo>
                    <a:pt x="104961" y="189347"/>
                  </a:lnTo>
                  <a:lnTo>
                    <a:pt x="79816" y="226644"/>
                  </a:lnTo>
                  <a:lnTo>
                    <a:pt x="57721" y="266449"/>
                  </a:lnTo>
                  <a:lnTo>
                    <a:pt x="38875" y="308553"/>
                  </a:lnTo>
                  <a:lnTo>
                    <a:pt x="23479" y="352748"/>
                  </a:lnTo>
                  <a:lnTo>
                    <a:pt x="11734" y="398828"/>
                  </a:lnTo>
                  <a:lnTo>
                    <a:pt x="3841" y="446584"/>
                  </a:lnTo>
                  <a:lnTo>
                    <a:pt x="0" y="495808"/>
                  </a:lnTo>
                  <a:lnTo>
                    <a:pt x="131952" y="500380"/>
                  </a:lnTo>
                  <a:lnTo>
                    <a:pt x="136933" y="448085"/>
                  </a:lnTo>
                  <a:lnTo>
                    <a:pt x="147899" y="397836"/>
                  </a:lnTo>
                  <a:lnTo>
                    <a:pt x="164479" y="350204"/>
                  </a:lnTo>
                  <a:lnTo>
                    <a:pt x="186298" y="305758"/>
                  </a:lnTo>
                  <a:lnTo>
                    <a:pt x="212984" y="265068"/>
                  </a:lnTo>
                  <a:lnTo>
                    <a:pt x="244164" y="228703"/>
                  </a:lnTo>
                  <a:lnTo>
                    <a:pt x="279464" y="197233"/>
                  </a:lnTo>
                  <a:lnTo>
                    <a:pt x="318512" y="171228"/>
                  </a:lnTo>
                  <a:lnTo>
                    <a:pt x="360933" y="151257"/>
                  </a:lnTo>
                  <a:lnTo>
                    <a:pt x="404539" y="138292"/>
                  </a:lnTo>
                  <a:lnTo>
                    <a:pt x="448159" y="132289"/>
                  </a:lnTo>
                  <a:lnTo>
                    <a:pt x="491299" y="132963"/>
                  </a:lnTo>
                  <a:lnTo>
                    <a:pt x="533465" y="140024"/>
                  </a:lnTo>
                  <a:lnTo>
                    <a:pt x="574164" y="153187"/>
                  </a:lnTo>
                  <a:lnTo>
                    <a:pt x="612902" y="172164"/>
                  </a:lnTo>
                  <a:lnTo>
                    <a:pt x="649184" y="196668"/>
                  </a:lnTo>
                  <a:lnTo>
                    <a:pt x="682516" y="226412"/>
                  </a:lnTo>
                  <a:lnTo>
                    <a:pt x="712406" y="261110"/>
                  </a:lnTo>
                  <a:lnTo>
                    <a:pt x="738359" y="300473"/>
                  </a:lnTo>
                  <a:lnTo>
                    <a:pt x="759880" y="344215"/>
                  </a:lnTo>
                  <a:lnTo>
                    <a:pt x="776477" y="392049"/>
                  </a:lnTo>
                  <a:lnTo>
                    <a:pt x="713232" y="389889"/>
                  </a:lnTo>
                  <a:lnTo>
                    <a:pt x="858011" y="525780"/>
                  </a:lnTo>
                  <a:lnTo>
                    <a:pt x="977264" y="399034"/>
                  </a:lnTo>
                  <a:lnTo>
                    <a:pt x="913257" y="396875"/>
                  </a:lnTo>
                  <a:lnTo>
                    <a:pt x="900430" y="345761"/>
                  </a:lnTo>
                  <a:lnTo>
                    <a:pt x="883175" y="297157"/>
                  </a:lnTo>
                  <a:lnTo>
                    <a:pt x="861769" y="251315"/>
                  </a:lnTo>
                  <a:lnTo>
                    <a:pt x="836486" y="208485"/>
                  </a:lnTo>
                  <a:lnTo>
                    <a:pt x="807602" y="168918"/>
                  </a:lnTo>
                  <a:lnTo>
                    <a:pt x="775392" y="132866"/>
                  </a:lnTo>
                  <a:lnTo>
                    <a:pt x="740132" y="100579"/>
                  </a:lnTo>
                  <a:lnTo>
                    <a:pt x="702096" y="72309"/>
                  </a:lnTo>
                  <a:lnTo>
                    <a:pt x="661561" y="48307"/>
                  </a:lnTo>
                  <a:lnTo>
                    <a:pt x="618802" y="28824"/>
                  </a:lnTo>
                  <a:lnTo>
                    <a:pt x="574094" y="14111"/>
                  </a:lnTo>
                  <a:lnTo>
                    <a:pt x="527712" y="4419"/>
                  </a:lnTo>
                  <a:lnTo>
                    <a:pt x="4799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25066" y="913764"/>
              <a:ext cx="977265" cy="525780"/>
            </a:xfrm>
            <a:custGeom>
              <a:avLst/>
              <a:gdLst/>
              <a:ahLst/>
              <a:cxnLst/>
              <a:rect l="l" t="t" r="r" b="b"/>
              <a:pathLst>
                <a:path w="977264" h="525780">
                  <a:moveTo>
                    <a:pt x="0" y="495808"/>
                  </a:moveTo>
                  <a:lnTo>
                    <a:pt x="3841" y="446584"/>
                  </a:lnTo>
                  <a:lnTo>
                    <a:pt x="11734" y="398828"/>
                  </a:lnTo>
                  <a:lnTo>
                    <a:pt x="23479" y="352748"/>
                  </a:lnTo>
                  <a:lnTo>
                    <a:pt x="38875" y="308553"/>
                  </a:lnTo>
                  <a:lnTo>
                    <a:pt x="57721" y="266449"/>
                  </a:lnTo>
                  <a:lnTo>
                    <a:pt x="79816" y="226644"/>
                  </a:lnTo>
                  <a:lnTo>
                    <a:pt x="104961" y="189347"/>
                  </a:lnTo>
                  <a:lnTo>
                    <a:pt x="132953" y="154764"/>
                  </a:lnTo>
                  <a:lnTo>
                    <a:pt x="163593" y="123105"/>
                  </a:lnTo>
                  <a:lnTo>
                    <a:pt x="196679" y="94577"/>
                  </a:lnTo>
                  <a:lnTo>
                    <a:pt x="232012" y="69387"/>
                  </a:lnTo>
                  <a:lnTo>
                    <a:pt x="269389" y="47744"/>
                  </a:lnTo>
                  <a:lnTo>
                    <a:pt x="308611" y="29855"/>
                  </a:lnTo>
                  <a:lnTo>
                    <a:pt x="349478" y="15928"/>
                  </a:lnTo>
                  <a:lnTo>
                    <a:pt x="391787" y="6172"/>
                  </a:lnTo>
                  <a:lnTo>
                    <a:pt x="435339" y="793"/>
                  </a:lnTo>
                  <a:lnTo>
                    <a:pt x="479932" y="0"/>
                  </a:lnTo>
                  <a:lnTo>
                    <a:pt x="527712" y="4419"/>
                  </a:lnTo>
                  <a:lnTo>
                    <a:pt x="574094" y="14111"/>
                  </a:lnTo>
                  <a:lnTo>
                    <a:pt x="618802" y="28824"/>
                  </a:lnTo>
                  <a:lnTo>
                    <a:pt x="661561" y="48307"/>
                  </a:lnTo>
                  <a:lnTo>
                    <a:pt x="702096" y="72309"/>
                  </a:lnTo>
                  <a:lnTo>
                    <a:pt x="740132" y="100579"/>
                  </a:lnTo>
                  <a:lnTo>
                    <a:pt x="775392" y="132866"/>
                  </a:lnTo>
                  <a:lnTo>
                    <a:pt x="807602" y="168918"/>
                  </a:lnTo>
                  <a:lnTo>
                    <a:pt x="836486" y="208485"/>
                  </a:lnTo>
                  <a:lnTo>
                    <a:pt x="861769" y="251315"/>
                  </a:lnTo>
                  <a:lnTo>
                    <a:pt x="883175" y="297157"/>
                  </a:lnTo>
                  <a:lnTo>
                    <a:pt x="900430" y="345761"/>
                  </a:lnTo>
                  <a:lnTo>
                    <a:pt x="913257" y="396875"/>
                  </a:lnTo>
                  <a:lnTo>
                    <a:pt x="977264" y="399034"/>
                  </a:lnTo>
                  <a:lnTo>
                    <a:pt x="858011" y="525780"/>
                  </a:lnTo>
                  <a:lnTo>
                    <a:pt x="713232" y="389889"/>
                  </a:lnTo>
                  <a:lnTo>
                    <a:pt x="776477" y="392049"/>
                  </a:lnTo>
                  <a:lnTo>
                    <a:pt x="759880" y="344215"/>
                  </a:lnTo>
                  <a:lnTo>
                    <a:pt x="738359" y="300473"/>
                  </a:lnTo>
                  <a:lnTo>
                    <a:pt x="712406" y="261110"/>
                  </a:lnTo>
                  <a:lnTo>
                    <a:pt x="682516" y="226412"/>
                  </a:lnTo>
                  <a:lnTo>
                    <a:pt x="649184" y="196668"/>
                  </a:lnTo>
                  <a:lnTo>
                    <a:pt x="612902" y="172164"/>
                  </a:lnTo>
                  <a:lnTo>
                    <a:pt x="574164" y="153187"/>
                  </a:lnTo>
                  <a:lnTo>
                    <a:pt x="533465" y="140024"/>
                  </a:lnTo>
                  <a:lnTo>
                    <a:pt x="491299" y="132963"/>
                  </a:lnTo>
                  <a:lnTo>
                    <a:pt x="448159" y="132289"/>
                  </a:lnTo>
                  <a:lnTo>
                    <a:pt x="404539" y="138292"/>
                  </a:lnTo>
                  <a:lnTo>
                    <a:pt x="360933" y="151257"/>
                  </a:lnTo>
                  <a:lnTo>
                    <a:pt x="318512" y="171228"/>
                  </a:lnTo>
                  <a:lnTo>
                    <a:pt x="279464" y="197233"/>
                  </a:lnTo>
                  <a:lnTo>
                    <a:pt x="244164" y="228703"/>
                  </a:lnTo>
                  <a:lnTo>
                    <a:pt x="212984" y="265068"/>
                  </a:lnTo>
                  <a:lnTo>
                    <a:pt x="186298" y="305758"/>
                  </a:lnTo>
                  <a:lnTo>
                    <a:pt x="164479" y="350204"/>
                  </a:lnTo>
                  <a:lnTo>
                    <a:pt x="147899" y="397836"/>
                  </a:lnTo>
                  <a:lnTo>
                    <a:pt x="136933" y="448085"/>
                  </a:lnTo>
                  <a:lnTo>
                    <a:pt x="131952" y="500380"/>
                  </a:lnTo>
                  <a:lnTo>
                    <a:pt x="0" y="495808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6631941" y="829819"/>
            <a:ext cx="963294" cy="639445"/>
            <a:chOff x="6631941" y="829819"/>
            <a:chExt cx="963294" cy="639445"/>
          </a:xfrm>
        </p:grpSpPr>
        <p:sp>
          <p:nvSpPr>
            <p:cNvPr id="32" name="object 32" descr=""/>
            <p:cNvSpPr/>
            <p:nvPr/>
          </p:nvSpPr>
          <p:spPr>
            <a:xfrm>
              <a:off x="6641464" y="839342"/>
              <a:ext cx="944244" cy="620395"/>
            </a:xfrm>
            <a:custGeom>
              <a:avLst/>
              <a:gdLst/>
              <a:ahLst/>
              <a:cxnLst/>
              <a:rect l="l" t="t" r="r" b="b"/>
              <a:pathLst>
                <a:path w="944245" h="620394">
                  <a:moveTo>
                    <a:pt x="464565" y="0"/>
                  </a:moveTo>
                  <a:lnTo>
                    <a:pt x="424126" y="1058"/>
                  </a:lnTo>
                  <a:lnTo>
                    <a:pt x="384534" y="6974"/>
                  </a:lnTo>
                  <a:lnTo>
                    <a:pt x="345954" y="17537"/>
                  </a:lnTo>
                  <a:lnTo>
                    <a:pt x="308550" y="32539"/>
                  </a:lnTo>
                  <a:lnTo>
                    <a:pt x="272484" y="51771"/>
                  </a:lnTo>
                  <a:lnTo>
                    <a:pt x="237922" y="75024"/>
                  </a:lnTo>
                  <a:lnTo>
                    <a:pt x="205027" y="102088"/>
                  </a:lnTo>
                  <a:lnTo>
                    <a:pt x="173962" y="132754"/>
                  </a:lnTo>
                  <a:lnTo>
                    <a:pt x="144891" y="166814"/>
                  </a:lnTo>
                  <a:lnTo>
                    <a:pt x="117977" y="204058"/>
                  </a:lnTo>
                  <a:lnTo>
                    <a:pt x="93386" y="244278"/>
                  </a:lnTo>
                  <a:lnTo>
                    <a:pt x="71279" y="287264"/>
                  </a:lnTo>
                  <a:lnTo>
                    <a:pt x="51822" y="332807"/>
                  </a:lnTo>
                  <a:lnTo>
                    <a:pt x="35177" y="380699"/>
                  </a:lnTo>
                  <a:lnTo>
                    <a:pt x="21509" y="430729"/>
                  </a:lnTo>
                  <a:lnTo>
                    <a:pt x="10981" y="482690"/>
                  </a:lnTo>
                  <a:lnTo>
                    <a:pt x="3756" y="536372"/>
                  </a:lnTo>
                  <a:lnTo>
                    <a:pt x="0" y="591566"/>
                  </a:lnTo>
                  <a:lnTo>
                    <a:pt x="126745" y="596011"/>
                  </a:lnTo>
                  <a:lnTo>
                    <a:pt x="131086" y="537849"/>
                  </a:lnTo>
                  <a:lnTo>
                    <a:pt x="139849" y="481646"/>
                  </a:lnTo>
                  <a:lnTo>
                    <a:pt x="152780" y="427869"/>
                  </a:lnTo>
                  <a:lnTo>
                    <a:pt x="169622" y="376985"/>
                  </a:lnTo>
                  <a:lnTo>
                    <a:pt x="190120" y="329459"/>
                  </a:lnTo>
                  <a:lnTo>
                    <a:pt x="214017" y="285759"/>
                  </a:lnTo>
                  <a:lnTo>
                    <a:pt x="241058" y="246350"/>
                  </a:lnTo>
                  <a:lnTo>
                    <a:pt x="270986" y="211701"/>
                  </a:lnTo>
                  <a:lnTo>
                    <a:pt x="303546" y="182276"/>
                  </a:lnTo>
                  <a:lnTo>
                    <a:pt x="338482" y="158544"/>
                  </a:lnTo>
                  <a:lnTo>
                    <a:pt x="375538" y="140970"/>
                  </a:lnTo>
                  <a:lnTo>
                    <a:pt x="414923" y="129947"/>
                  </a:lnTo>
                  <a:lnTo>
                    <a:pt x="453886" y="126439"/>
                  </a:lnTo>
                  <a:lnTo>
                    <a:pt x="492071" y="130117"/>
                  </a:lnTo>
                  <a:lnTo>
                    <a:pt x="529126" y="140655"/>
                  </a:lnTo>
                  <a:lnTo>
                    <a:pt x="564696" y="157726"/>
                  </a:lnTo>
                  <a:lnTo>
                    <a:pt x="598425" y="181002"/>
                  </a:lnTo>
                  <a:lnTo>
                    <a:pt x="629960" y="210157"/>
                  </a:lnTo>
                  <a:lnTo>
                    <a:pt x="658946" y="244863"/>
                  </a:lnTo>
                  <a:lnTo>
                    <a:pt x="685029" y="284794"/>
                  </a:lnTo>
                  <a:lnTo>
                    <a:pt x="707854" y="329622"/>
                  </a:lnTo>
                  <a:lnTo>
                    <a:pt x="727066" y="379020"/>
                  </a:lnTo>
                  <a:lnTo>
                    <a:pt x="742312" y="432662"/>
                  </a:lnTo>
                  <a:lnTo>
                    <a:pt x="753236" y="490220"/>
                  </a:lnTo>
                  <a:lnTo>
                    <a:pt x="690626" y="488061"/>
                  </a:lnTo>
                  <a:lnTo>
                    <a:pt x="823467" y="620268"/>
                  </a:lnTo>
                  <a:lnTo>
                    <a:pt x="943990" y="496824"/>
                  </a:lnTo>
                  <a:lnTo>
                    <a:pt x="881379" y="494665"/>
                  </a:lnTo>
                  <a:lnTo>
                    <a:pt x="872718" y="439443"/>
                  </a:lnTo>
                  <a:lnTo>
                    <a:pt x="860524" y="386446"/>
                  </a:lnTo>
                  <a:lnTo>
                    <a:pt x="844980" y="335893"/>
                  </a:lnTo>
                  <a:lnTo>
                    <a:pt x="826273" y="288005"/>
                  </a:lnTo>
                  <a:lnTo>
                    <a:pt x="804587" y="243002"/>
                  </a:lnTo>
                  <a:lnTo>
                    <a:pt x="780107" y="201103"/>
                  </a:lnTo>
                  <a:lnTo>
                    <a:pt x="753017" y="162529"/>
                  </a:lnTo>
                  <a:lnTo>
                    <a:pt x="723504" y="127499"/>
                  </a:lnTo>
                  <a:lnTo>
                    <a:pt x="691751" y="96233"/>
                  </a:lnTo>
                  <a:lnTo>
                    <a:pt x="657944" y="68951"/>
                  </a:lnTo>
                  <a:lnTo>
                    <a:pt x="622268" y="45873"/>
                  </a:lnTo>
                  <a:lnTo>
                    <a:pt x="584907" y="27219"/>
                  </a:lnTo>
                  <a:lnTo>
                    <a:pt x="546046" y="13209"/>
                  </a:lnTo>
                  <a:lnTo>
                    <a:pt x="505871" y="4062"/>
                  </a:lnTo>
                  <a:lnTo>
                    <a:pt x="464565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641464" y="839342"/>
              <a:ext cx="944244" cy="620395"/>
            </a:xfrm>
            <a:custGeom>
              <a:avLst/>
              <a:gdLst/>
              <a:ahLst/>
              <a:cxnLst/>
              <a:rect l="l" t="t" r="r" b="b"/>
              <a:pathLst>
                <a:path w="944245" h="620394">
                  <a:moveTo>
                    <a:pt x="0" y="591566"/>
                  </a:moveTo>
                  <a:lnTo>
                    <a:pt x="3756" y="536372"/>
                  </a:lnTo>
                  <a:lnTo>
                    <a:pt x="10981" y="482690"/>
                  </a:lnTo>
                  <a:lnTo>
                    <a:pt x="21509" y="430729"/>
                  </a:lnTo>
                  <a:lnTo>
                    <a:pt x="35177" y="380699"/>
                  </a:lnTo>
                  <a:lnTo>
                    <a:pt x="51822" y="332807"/>
                  </a:lnTo>
                  <a:lnTo>
                    <a:pt x="71279" y="287264"/>
                  </a:lnTo>
                  <a:lnTo>
                    <a:pt x="93386" y="244278"/>
                  </a:lnTo>
                  <a:lnTo>
                    <a:pt x="117977" y="204058"/>
                  </a:lnTo>
                  <a:lnTo>
                    <a:pt x="144891" y="166814"/>
                  </a:lnTo>
                  <a:lnTo>
                    <a:pt x="173962" y="132754"/>
                  </a:lnTo>
                  <a:lnTo>
                    <a:pt x="205027" y="102088"/>
                  </a:lnTo>
                  <a:lnTo>
                    <a:pt x="237922" y="75024"/>
                  </a:lnTo>
                  <a:lnTo>
                    <a:pt x="272484" y="51771"/>
                  </a:lnTo>
                  <a:lnTo>
                    <a:pt x="308550" y="32539"/>
                  </a:lnTo>
                  <a:lnTo>
                    <a:pt x="345954" y="17537"/>
                  </a:lnTo>
                  <a:lnTo>
                    <a:pt x="384534" y="6974"/>
                  </a:lnTo>
                  <a:lnTo>
                    <a:pt x="424126" y="1058"/>
                  </a:lnTo>
                  <a:lnTo>
                    <a:pt x="464565" y="0"/>
                  </a:lnTo>
                  <a:lnTo>
                    <a:pt x="505871" y="4062"/>
                  </a:lnTo>
                  <a:lnTo>
                    <a:pt x="546046" y="13209"/>
                  </a:lnTo>
                  <a:lnTo>
                    <a:pt x="584907" y="27219"/>
                  </a:lnTo>
                  <a:lnTo>
                    <a:pt x="622268" y="45873"/>
                  </a:lnTo>
                  <a:lnTo>
                    <a:pt x="657944" y="68951"/>
                  </a:lnTo>
                  <a:lnTo>
                    <a:pt x="691751" y="96233"/>
                  </a:lnTo>
                  <a:lnTo>
                    <a:pt x="723504" y="127499"/>
                  </a:lnTo>
                  <a:lnTo>
                    <a:pt x="753017" y="162529"/>
                  </a:lnTo>
                  <a:lnTo>
                    <a:pt x="780107" y="201103"/>
                  </a:lnTo>
                  <a:lnTo>
                    <a:pt x="804587" y="243002"/>
                  </a:lnTo>
                  <a:lnTo>
                    <a:pt x="826273" y="288005"/>
                  </a:lnTo>
                  <a:lnTo>
                    <a:pt x="844980" y="335893"/>
                  </a:lnTo>
                  <a:lnTo>
                    <a:pt x="860524" y="386446"/>
                  </a:lnTo>
                  <a:lnTo>
                    <a:pt x="872718" y="439443"/>
                  </a:lnTo>
                  <a:lnTo>
                    <a:pt x="881379" y="494665"/>
                  </a:lnTo>
                  <a:lnTo>
                    <a:pt x="943990" y="496824"/>
                  </a:lnTo>
                  <a:lnTo>
                    <a:pt x="823467" y="620268"/>
                  </a:lnTo>
                  <a:lnTo>
                    <a:pt x="690626" y="488061"/>
                  </a:lnTo>
                  <a:lnTo>
                    <a:pt x="753236" y="490220"/>
                  </a:lnTo>
                  <a:lnTo>
                    <a:pt x="742312" y="432662"/>
                  </a:lnTo>
                  <a:lnTo>
                    <a:pt x="727066" y="379020"/>
                  </a:lnTo>
                  <a:lnTo>
                    <a:pt x="707854" y="329622"/>
                  </a:lnTo>
                  <a:lnTo>
                    <a:pt x="685029" y="284794"/>
                  </a:lnTo>
                  <a:lnTo>
                    <a:pt x="658946" y="244863"/>
                  </a:lnTo>
                  <a:lnTo>
                    <a:pt x="629960" y="210157"/>
                  </a:lnTo>
                  <a:lnTo>
                    <a:pt x="598425" y="181002"/>
                  </a:lnTo>
                  <a:lnTo>
                    <a:pt x="564696" y="157726"/>
                  </a:lnTo>
                  <a:lnTo>
                    <a:pt x="529126" y="140655"/>
                  </a:lnTo>
                  <a:lnTo>
                    <a:pt x="492071" y="130117"/>
                  </a:lnTo>
                  <a:lnTo>
                    <a:pt x="453886" y="126439"/>
                  </a:lnTo>
                  <a:lnTo>
                    <a:pt x="414923" y="129947"/>
                  </a:lnTo>
                  <a:lnTo>
                    <a:pt x="375538" y="140970"/>
                  </a:lnTo>
                  <a:lnTo>
                    <a:pt x="338482" y="158544"/>
                  </a:lnTo>
                  <a:lnTo>
                    <a:pt x="303546" y="182276"/>
                  </a:lnTo>
                  <a:lnTo>
                    <a:pt x="270986" y="211701"/>
                  </a:lnTo>
                  <a:lnTo>
                    <a:pt x="241058" y="246350"/>
                  </a:lnTo>
                  <a:lnTo>
                    <a:pt x="214017" y="285759"/>
                  </a:lnTo>
                  <a:lnTo>
                    <a:pt x="190120" y="329459"/>
                  </a:lnTo>
                  <a:lnTo>
                    <a:pt x="169622" y="376985"/>
                  </a:lnTo>
                  <a:lnTo>
                    <a:pt x="152780" y="427869"/>
                  </a:lnTo>
                  <a:lnTo>
                    <a:pt x="139849" y="481646"/>
                  </a:lnTo>
                  <a:lnTo>
                    <a:pt x="131086" y="537849"/>
                  </a:lnTo>
                  <a:lnTo>
                    <a:pt x="126745" y="596011"/>
                  </a:lnTo>
                  <a:lnTo>
                    <a:pt x="0" y="591566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3952876" y="2962276"/>
            <a:ext cx="2609850" cy="2867025"/>
            <a:chOff x="3952876" y="2962276"/>
            <a:chExt cx="2609850" cy="2867025"/>
          </a:xfrm>
        </p:grpSpPr>
        <p:sp>
          <p:nvSpPr>
            <p:cNvPr id="35" name="object 35" descr=""/>
            <p:cNvSpPr/>
            <p:nvPr/>
          </p:nvSpPr>
          <p:spPr>
            <a:xfrm>
              <a:off x="6096000" y="2971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6741" y="2360"/>
                  </a:lnTo>
                  <a:lnTo>
                    <a:pt x="92133" y="9289"/>
                  </a:lnTo>
                  <a:lnTo>
                    <a:pt x="135946" y="20557"/>
                  </a:lnTo>
                  <a:lnTo>
                    <a:pt x="177950" y="35933"/>
                  </a:lnTo>
                  <a:lnTo>
                    <a:pt x="217916" y="55187"/>
                  </a:lnTo>
                  <a:lnTo>
                    <a:pt x="255612" y="78090"/>
                  </a:lnTo>
                  <a:lnTo>
                    <a:pt x="290809" y="104411"/>
                  </a:lnTo>
                  <a:lnTo>
                    <a:pt x="323278" y="133921"/>
                  </a:lnTo>
                  <a:lnTo>
                    <a:pt x="352788" y="166390"/>
                  </a:lnTo>
                  <a:lnTo>
                    <a:pt x="379109" y="201587"/>
                  </a:lnTo>
                  <a:lnTo>
                    <a:pt x="402012" y="239283"/>
                  </a:lnTo>
                  <a:lnTo>
                    <a:pt x="421266" y="279249"/>
                  </a:lnTo>
                  <a:lnTo>
                    <a:pt x="436642" y="321253"/>
                  </a:lnTo>
                  <a:lnTo>
                    <a:pt x="447910" y="365066"/>
                  </a:lnTo>
                  <a:lnTo>
                    <a:pt x="454839" y="410458"/>
                  </a:lnTo>
                  <a:lnTo>
                    <a:pt x="457200" y="457200"/>
                  </a:lnTo>
                </a:path>
              </a:pathLst>
            </a:custGeom>
            <a:ln w="1904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962400" y="5124450"/>
              <a:ext cx="1138555" cy="695325"/>
            </a:xfrm>
            <a:custGeom>
              <a:avLst/>
              <a:gdLst/>
              <a:ahLst/>
              <a:cxnLst/>
              <a:rect l="l" t="t" r="r" b="b"/>
              <a:pathLst>
                <a:path w="1138554" h="695325">
                  <a:moveTo>
                    <a:pt x="1138428" y="173863"/>
                  </a:moveTo>
                  <a:lnTo>
                    <a:pt x="978662" y="0"/>
                  </a:lnTo>
                  <a:lnTo>
                    <a:pt x="790702" y="173863"/>
                  </a:lnTo>
                  <a:lnTo>
                    <a:pt x="877570" y="173863"/>
                  </a:lnTo>
                  <a:lnTo>
                    <a:pt x="866089" y="232422"/>
                  </a:lnTo>
                  <a:lnTo>
                    <a:pt x="851547" y="288569"/>
                  </a:lnTo>
                  <a:lnTo>
                    <a:pt x="834072" y="342087"/>
                  </a:lnTo>
                  <a:lnTo>
                    <a:pt x="813828" y="392747"/>
                  </a:lnTo>
                  <a:lnTo>
                    <a:pt x="790968" y="440321"/>
                  </a:lnTo>
                  <a:lnTo>
                    <a:pt x="765644" y="484568"/>
                  </a:lnTo>
                  <a:lnTo>
                    <a:pt x="738035" y="525272"/>
                  </a:lnTo>
                  <a:lnTo>
                    <a:pt x="708279" y="562190"/>
                  </a:lnTo>
                  <a:lnTo>
                    <a:pt x="676529" y="595096"/>
                  </a:lnTo>
                  <a:lnTo>
                    <a:pt x="642937" y="623760"/>
                  </a:lnTo>
                  <a:lnTo>
                    <a:pt x="607682" y="647954"/>
                  </a:lnTo>
                  <a:lnTo>
                    <a:pt x="595896" y="654202"/>
                  </a:lnTo>
                  <a:lnTo>
                    <a:pt x="595896" y="693826"/>
                  </a:lnTo>
                  <a:lnTo>
                    <a:pt x="583184" y="693026"/>
                  </a:lnTo>
                  <a:lnTo>
                    <a:pt x="577100" y="691883"/>
                  </a:lnTo>
                  <a:lnTo>
                    <a:pt x="595896" y="693826"/>
                  </a:lnTo>
                  <a:lnTo>
                    <a:pt x="595896" y="654202"/>
                  </a:lnTo>
                  <a:lnTo>
                    <a:pt x="570903" y="667435"/>
                  </a:lnTo>
                  <a:lnTo>
                    <a:pt x="561555" y="671017"/>
                  </a:lnTo>
                  <a:lnTo>
                    <a:pt x="561555" y="688924"/>
                  </a:lnTo>
                  <a:lnTo>
                    <a:pt x="547433" y="686231"/>
                  </a:lnTo>
                  <a:lnTo>
                    <a:pt x="538327" y="683336"/>
                  </a:lnTo>
                  <a:lnTo>
                    <a:pt x="561555" y="688924"/>
                  </a:lnTo>
                  <a:lnTo>
                    <a:pt x="561555" y="671017"/>
                  </a:lnTo>
                  <a:lnTo>
                    <a:pt x="533387" y="681761"/>
                  </a:lnTo>
                  <a:lnTo>
                    <a:pt x="512597" y="675119"/>
                  </a:lnTo>
                  <a:lnTo>
                    <a:pt x="478815" y="659892"/>
                  </a:lnTo>
                  <a:lnTo>
                    <a:pt x="414845" y="617728"/>
                  </a:lnTo>
                  <a:lnTo>
                    <a:pt x="384873" y="591159"/>
                  </a:lnTo>
                  <a:lnTo>
                    <a:pt x="356412" y="561187"/>
                  </a:lnTo>
                  <a:lnTo>
                    <a:pt x="329577" y="527964"/>
                  </a:lnTo>
                  <a:lnTo>
                    <a:pt x="304457" y="491693"/>
                  </a:lnTo>
                  <a:lnTo>
                    <a:pt x="281190" y="452526"/>
                  </a:lnTo>
                  <a:lnTo>
                    <a:pt x="259892" y="410667"/>
                  </a:lnTo>
                  <a:lnTo>
                    <a:pt x="240665" y="366293"/>
                  </a:lnTo>
                  <a:lnTo>
                    <a:pt x="223634" y="319557"/>
                  </a:lnTo>
                  <a:lnTo>
                    <a:pt x="208902" y="270675"/>
                  </a:lnTo>
                  <a:lnTo>
                    <a:pt x="196596" y="219798"/>
                  </a:lnTo>
                  <a:lnTo>
                    <a:pt x="186817" y="167106"/>
                  </a:lnTo>
                  <a:lnTo>
                    <a:pt x="179692" y="112801"/>
                  </a:lnTo>
                  <a:lnTo>
                    <a:pt x="175336" y="57035"/>
                  </a:lnTo>
                  <a:lnTo>
                    <a:pt x="173863" y="0"/>
                  </a:lnTo>
                  <a:lnTo>
                    <a:pt x="0" y="0"/>
                  </a:lnTo>
                  <a:lnTo>
                    <a:pt x="1473" y="57035"/>
                  </a:lnTo>
                  <a:lnTo>
                    <a:pt x="5829" y="112801"/>
                  </a:lnTo>
                  <a:lnTo>
                    <a:pt x="12954" y="167106"/>
                  </a:lnTo>
                  <a:lnTo>
                    <a:pt x="22733" y="219798"/>
                  </a:lnTo>
                  <a:lnTo>
                    <a:pt x="35039" y="270675"/>
                  </a:lnTo>
                  <a:lnTo>
                    <a:pt x="49771" y="319557"/>
                  </a:lnTo>
                  <a:lnTo>
                    <a:pt x="66802" y="366293"/>
                  </a:lnTo>
                  <a:lnTo>
                    <a:pt x="86029" y="410667"/>
                  </a:lnTo>
                  <a:lnTo>
                    <a:pt x="107327" y="452526"/>
                  </a:lnTo>
                  <a:lnTo>
                    <a:pt x="130594" y="491680"/>
                  </a:lnTo>
                  <a:lnTo>
                    <a:pt x="155714" y="527964"/>
                  </a:lnTo>
                  <a:lnTo>
                    <a:pt x="182549" y="561187"/>
                  </a:lnTo>
                  <a:lnTo>
                    <a:pt x="211010" y="591159"/>
                  </a:lnTo>
                  <a:lnTo>
                    <a:pt x="240982" y="617728"/>
                  </a:lnTo>
                  <a:lnTo>
                    <a:pt x="272326" y="640689"/>
                  </a:lnTo>
                  <a:lnTo>
                    <a:pt x="338734" y="675119"/>
                  </a:lnTo>
                  <a:lnTo>
                    <a:pt x="409321" y="693026"/>
                  </a:lnTo>
                  <a:lnTo>
                    <a:pt x="445897" y="695325"/>
                  </a:lnTo>
                  <a:lnTo>
                    <a:pt x="619760" y="695325"/>
                  </a:lnTo>
                  <a:lnTo>
                    <a:pt x="615797" y="695083"/>
                  </a:lnTo>
                  <a:lnTo>
                    <a:pt x="647649" y="694105"/>
                  </a:lnTo>
                  <a:lnTo>
                    <a:pt x="721575" y="677087"/>
                  </a:lnTo>
                  <a:lnTo>
                    <a:pt x="757224" y="661543"/>
                  </a:lnTo>
                  <a:lnTo>
                    <a:pt x="791794" y="641540"/>
                  </a:lnTo>
                  <a:lnTo>
                    <a:pt x="825093" y="617220"/>
                  </a:lnTo>
                  <a:lnTo>
                    <a:pt x="856957" y="588772"/>
                  </a:lnTo>
                  <a:lnTo>
                    <a:pt x="887222" y="556348"/>
                  </a:lnTo>
                  <a:lnTo>
                    <a:pt x="915720" y="520128"/>
                  </a:lnTo>
                  <a:lnTo>
                    <a:pt x="942276" y="480250"/>
                  </a:lnTo>
                  <a:lnTo>
                    <a:pt x="966724" y="436918"/>
                  </a:lnTo>
                  <a:lnTo>
                    <a:pt x="988885" y="390258"/>
                  </a:lnTo>
                  <a:lnTo>
                    <a:pt x="1008608" y="340461"/>
                  </a:lnTo>
                  <a:lnTo>
                    <a:pt x="1025728" y="287693"/>
                  </a:lnTo>
                  <a:lnTo>
                    <a:pt x="1040053" y="232105"/>
                  </a:lnTo>
                  <a:lnTo>
                    <a:pt x="1051433" y="173863"/>
                  </a:lnTo>
                  <a:lnTo>
                    <a:pt x="1138428" y="17386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962400" y="5124450"/>
              <a:ext cx="1138555" cy="695325"/>
            </a:xfrm>
            <a:custGeom>
              <a:avLst/>
              <a:gdLst/>
              <a:ahLst/>
              <a:cxnLst/>
              <a:rect l="l" t="t" r="r" b="b"/>
              <a:pathLst>
                <a:path w="1138554" h="695325">
                  <a:moveTo>
                    <a:pt x="532764" y="681990"/>
                  </a:moveTo>
                  <a:lnTo>
                    <a:pt x="570908" y="667433"/>
                  </a:lnTo>
                  <a:lnTo>
                    <a:pt x="607688" y="647943"/>
                  </a:lnTo>
                  <a:lnTo>
                    <a:pt x="642947" y="623751"/>
                  </a:lnTo>
                  <a:lnTo>
                    <a:pt x="676529" y="595086"/>
                  </a:lnTo>
                  <a:lnTo>
                    <a:pt x="708279" y="562179"/>
                  </a:lnTo>
                  <a:lnTo>
                    <a:pt x="738039" y="525261"/>
                  </a:lnTo>
                  <a:lnTo>
                    <a:pt x="765655" y="484561"/>
                  </a:lnTo>
                  <a:lnTo>
                    <a:pt x="790970" y="440311"/>
                  </a:lnTo>
                  <a:lnTo>
                    <a:pt x="813829" y="392740"/>
                  </a:lnTo>
                  <a:lnTo>
                    <a:pt x="834074" y="342080"/>
                  </a:lnTo>
                  <a:lnTo>
                    <a:pt x="851549" y="288560"/>
                  </a:lnTo>
                  <a:lnTo>
                    <a:pt x="866100" y="232410"/>
                  </a:lnTo>
                  <a:lnTo>
                    <a:pt x="877570" y="173862"/>
                  </a:lnTo>
                  <a:lnTo>
                    <a:pt x="790701" y="173862"/>
                  </a:lnTo>
                  <a:lnTo>
                    <a:pt x="978662" y="0"/>
                  </a:lnTo>
                  <a:lnTo>
                    <a:pt x="1138427" y="173862"/>
                  </a:lnTo>
                  <a:lnTo>
                    <a:pt x="1051433" y="173862"/>
                  </a:lnTo>
                  <a:lnTo>
                    <a:pt x="1040447" y="230306"/>
                  </a:lnTo>
                  <a:lnTo>
                    <a:pt x="1026638" y="284404"/>
                  </a:lnTo>
                  <a:lnTo>
                    <a:pt x="1010155" y="335976"/>
                  </a:lnTo>
                  <a:lnTo>
                    <a:pt x="991145" y="384845"/>
                  </a:lnTo>
                  <a:lnTo>
                    <a:pt x="969756" y="430831"/>
                  </a:lnTo>
                  <a:lnTo>
                    <a:pt x="946136" y="473756"/>
                  </a:lnTo>
                  <a:lnTo>
                    <a:pt x="920432" y="513441"/>
                  </a:lnTo>
                  <a:lnTo>
                    <a:pt x="892794" y="549708"/>
                  </a:lnTo>
                  <a:lnTo>
                    <a:pt x="863367" y="582377"/>
                  </a:lnTo>
                  <a:lnTo>
                    <a:pt x="832302" y="611270"/>
                  </a:lnTo>
                  <a:lnTo>
                    <a:pt x="799744" y="636209"/>
                  </a:lnTo>
                  <a:lnTo>
                    <a:pt x="765843" y="657014"/>
                  </a:lnTo>
                  <a:lnTo>
                    <a:pt x="730746" y="673507"/>
                  </a:lnTo>
                  <a:lnTo>
                    <a:pt x="657557" y="692841"/>
                  </a:lnTo>
                  <a:lnTo>
                    <a:pt x="619760" y="695325"/>
                  </a:lnTo>
                  <a:lnTo>
                    <a:pt x="445897" y="695325"/>
                  </a:lnTo>
                  <a:lnTo>
                    <a:pt x="373572" y="686225"/>
                  </a:lnTo>
                  <a:lnTo>
                    <a:pt x="304962" y="659879"/>
                  </a:lnTo>
                  <a:lnTo>
                    <a:pt x="240985" y="617719"/>
                  </a:lnTo>
                  <a:lnTo>
                    <a:pt x="211021" y="591156"/>
                  </a:lnTo>
                  <a:lnTo>
                    <a:pt x="182559" y="561176"/>
                  </a:lnTo>
                  <a:lnTo>
                    <a:pt x="155715" y="527958"/>
                  </a:lnTo>
                  <a:lnTo>
                    <a:pt x="130603" y="491680"/>
                  </a:lnTo>
                  <a:lnTo>
                    <a:pt x="107338" y="452522"/>
                  </a:lnTo>
                  <a:lnTo>
                    <a:pt x="86034" y="410663"/>
                  </a:lnTo>
                  <a:lnTo>
                    <a:pt x="66807" y="366281"/>
                  </a:lnTo>
                  <a:lnTo>
                    <a:pt x="49771" y="319555"/>
                  </a:lnTo>
                  <a:lnTo>
                    <a:pt x="35042" y="270664"/>
                  </a:lnTo>
                  <a:lnTo>
                    <a:pt x="22733" y="219788"/>
                  </a:lnTo>
                  <a:lnTo>
                    <a:pt x="12959" y="167104"/>
                  </a:lnTo>
                  <a:lnTo>
                    <a:pt x="5836" y="112792"/>
                  </a:lnTo>
                  <a:lnTo>
                    <a:pt x="1478" y="57031"/>
                  </a:lnTo>
                  <a:lnTo>
                    <a:pt x="0" y="0"/>
                  </a:lnTo>
                  <a:lnTo>
                    <a:pt x="173862" y="0"/>
                  </a:lnTo>
                  <a:lnTo>
                    <a:pt x="175341" y="57031"/>
                  </a:lnTo>
                  <a:lnTo>
                    <a:pt x="179699" y="112792"/>
                  </a:lnTo>
                  <a:lnTo>
                    <a:pt x="186822" y="167104"/>
                  </a:lnTo>
                  <a:lnTo>
                    <a:pt x="196596" y="219788"/>
                  </a:lnTo>
                  <a:lnTo>
                    <a:pt x="208905" y="270664"/>
                  </a:lnTo>
                  <a:lnTo>
                    <a:pt x="223634" y="319555"/>
                  </a:lnTo>
                  <a:lnTo>
                    <a:pt x="240670" y="366281"/>
                  </a:lnTo>
                  <a:lnTo>
                    <a:pt x="259897" y="410663"/>
                  </a:lnTo>
                  <a:lnTo>
                    <a:pt x="281201" y="452522"/>
                  </a:lnTo>
                  <a:lnTo>
                    <a:pt x="304466" y="491680"/>
                  </a:lnTo>
                  <a:lnTo>
                    <a:pt x="329578" y="527958"/>
                  </a:lnTo>
                  <a:lnTo>
                    <a:pt x="356422" y="561176"/>
                  </a:lnTo>
                  <a:lnTo>
                    <a:pt x="384884" y="591156"/>
                  </a:lnTo>
                  <a:lnTo>
                    <a:pt x="414848" y="617719"/>
                  </a:lnTo>
                  <a:lnTo>
                    <a:pt x="446200" y="640687"/>
                  </a:lnTo>
                  <a:lnTo>
                    <a:pt x="512608" y="675118"/>
                  </a:lnTo>
                  <a:lnTo>
                    <a:pt x="583190" y="693020"/>
                  </a:lnTo>
                  <a:lnTo>
                    <a:pt x="619760" y="695325"/>
                  </a:lnTo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8877301" y="5257801"/>
            <a:ext cx="1148080" cy="714375"/>
            <a:chOff x="8877301" y="5257801"/>
            <a:chExt cx="1148080" cy="714375"/>
          </a:xfrm>
        </p:grpSpPr>
        <p:sp>
          <p:nvSpPr>
            <p:cNvPr id="39" name="object 39" descr=""/>
            <p:cNvSpPr/>
            <p:nvPr/>
          </p:nvSpPr>
          <p:spPr>
            <a:xfrm>
              <a:off x="8886825" y="5267324"/>
              <a:ext cx="1129030" cy="695325"/>
            </a:xfrm>
            <a:custGeom>
              <a:avLst/>
              <a:gdLst/>
              <a:ahLst/>
              <a:cxnLst/>
              <a:rect l="l" t="t" r="r" b="b"/>
              <a:pathLst>
                <a:path w="1129029" h="695325">
                  <a:moveTo>
                    <a:pt x="1129030" y="173863"/>
                  </a:moveTo>
                  <a:lnTo>
                    <a:pt x="969137" y="0"/>
                  </a:lnTo>
                  <a:lnTo>
                    <a:pt x="781304" y="173863"/>
                  </a:lnTo>
                  <a:lnTo>
                    <a:pt x="868299" y="173863"/>
                  </a:lnTo>
                  <a:lnTo>
                    <a:pt x="856957" y="232295"/>
                  </a:lnTo>
                  <a:lnTo>
                    <a:pt x="842594" y="288340"/>
                  </a:lnTo>
                  <a:lnTo>
                    <a:pt x="825347" y="341769"/>
                  </a:lnTo>
                  <a:lnTo>
                    <a:pt x="805357" y="392353"/>
                  </a:lnTo>
                  <a:lnTo>
                    <a:pt x="782802" y="439864"/>
                  </a:lnTo>
                  <a:lnTo>
                    <a:pt x="757821" y="484073"/>
                  </a:lnTo>
                  <a:lnTo>
                    <a:pt x="730567" y="524738"/>
                  </a:lnTo>
                  <a:lnTo>
                    <a:pt x="701205" y="561644"/>
                  </a:lnTo>
                  <a:lnTo>
                    <a:pt x="669874" y="594563"/>
                  </a:lnTo>
                  <a:lnTo>
                    <a:pt x="636752" y="623252"/>
                  </a:lnTo>
                  <a:lnTo>
                    <a:pt x="601967" y="647496"/>
                  </a:lnTo>
                  <a:lnTo>
                    <a:pt x="591299" y="653249"/>
                  </a:lnTo>
                  <a:lnTo>
                    <a:pt x="591299" y="693826"/>
                  </a:lnTo>
                  <a:lnTo>
                    <a:pt x="578751" y="693026"/>
                  </a:lnTo>
                  <a:lnTo>
                    <a:pt x="572109" y="691756"/>
                  </a:lnTo>
                  <a:lnTo>
                    <a:pt x="591299" y="693826"/>
                  </a:lnTo>
                  <a:lnTo>
                    <a:pt x="591299" y="653249"/>
                  </a:lnTo>
                  <a:lnTo>
                    <a:pt x="565683" y="667054"/>
                  </a:lnTo>
                  <a:lnTo>
                    <a:pt x="557263" y="670344"/>
                  </a:lnTo>
                  <a:lnTo>
                    <a:pt x="557263" y="688911"/>
                  </a:lnTo>
                  <a:lnTo>
                    <a:pt x="543382" y="686231"/>
                  </a:lnTo>
                  <a:lnTo>
                    <a:pt x="533425" y="683031"/>
                  </a:lnTo>
                  <a:lnTo>
                    <a:pt x="557263" y="688911"/>
                  </a:lnTo>
                  <a:lnTo>
                    <a:pt x="557263" y="670344"/>
                  </a:lnTo>
                  <a:lnTo>
                    <a:pt x="528637" y="681482"/>
                  </a:lnTo>
                  <a:lnTo>
                    <a:pt x="508939" y="675119"/>
                  </a:lnTo>
                  <a:lnTo>
                    <a:pt x="475513" y="659879"/>
                  </a:lnTo>
                  <a:lnTo>
                    <a:pt x="412229" y="617715"/>
                  </a:lnTo>
                  <a:lnTo>
                    <a:pt x="382600" y="591159"/>
                  </a:lnTo>
                  <a:lnTo>
                    <a:pt x="354444" y="561174"/>
                  </a:lnTo>
                  <a:lnTo>
                    <a:pt x="327888" y="527951"/>
                  </a:lnTo>
                  <a:lnTo>
                    <a:pt x="303047" y="491680"/>
                  </a:lnTo>
                  <a:lnTo>
                    <a:pt x="280035" y="452513"/>
                  </a:lnTo>
                  <a:lnTo>
                    <a:pt x="258965" y="410654"/>
                  </a:lnTo>
                  <a:lnTo>
                    <a:pt x="239941" y="366280"/>
                  </a:lnTo>
                  <a:lnTo>
                    <a:pt x="223088" y="319544"/>
                  </a:lnTo>
                  <a:lnTo>
                    <a:pt x="208521" y="270662"/>
                  </a:lnTo>
                  <a:lnTo>
                    <a:pt x="196342" y="219786"/>
                  </a:lnTo>
                  <a:lnTo>
                    <a:pt x="186677" y="167106"/>
                  </a:lnTo>
                  <a:lnTo>
                    <a:pt x="179628" y="112788"/>
                  </a:lnTo>
                  <a:lnTo>
                    <a:pt x="175323" y="57035"/>
                  </a:lnTo>
                  <a:lnTo>
                    <a:pt x="173863" y="0"/>
                  </a:lnTo>
                  <a:lnTo>
                    <a:pt x="0" y="0"/>
                  </a:lnTo>
                  <a:lnTo>
                    <a:pt x="1460" y="57035"/>
                  </a:lnTo>
                  <a:lnTo>
                    <a:pt x="5765" y="112788"/>
                  </a:lnTo>
                  <a:lnTo>
                    <a:pt x="12814" y="167106"/>
                  </a:lnTo>
                  <a:lnTo>
                    <a:pt x="22479" y="219786"/>
                  </a:lnTo>
                  <a:lnTo>
                    <a:pt x="34658" y="270662"/>
                  </a:lnTo>
                  <a:lnTo>
                    <a:pt x="49225" y="319544"/>
                  </a:lnTo>
                  <a:lnTo>
                    <a:pt x="66078" y="366280"/>
                  </a:lnTo>
                  <a:lnTo>
                    <a:pt x="85102" y="410654"/>
                  </a:lnTo>
                  <a:lnTo>
                    <a:pt x="106172" y="452513"/>
                  </a:lnTo>
                  <a:lnTo>
                    <a:pt x="129184" y="491680"/>
                  </a:lnTo>
                  <a:lnTo>
                    <a:pt x="154025" y="527951"/>
                  </a:lnTo>
                  <a:lnTo>
                    <a:pt x="180581" y="561174"/>
                  </a:lnTo>
                  <a:lnTo>
                    <a:pt x="208737" y="591159"/>
                  </a:lnTo>
                  <a:lnTo>
                    <a:pt x="238366" y="617715"/>
                  </a:lnTo>
                  <a:lnTo>
                    <a:pt x="269379" y="640689"/>
                  </a:lnTo>
                  <a:lnTo>
                    <a:pt x="335076" y="675119"/>
                  </a:lnTo>
                  <a:lnTo>
                    <a:pt x="404888" y="693026"/>
                  </a:lnTo>
                  <a:lnTo>
                    <a:pt x="441071" y="695325"/>
                  </a:lnTo>
                  <a:lnTo>
                    <a:pt x="614934" y="695325"/>
                  </a:lnTo>
                  <a:lnTo>
                    <a:pt x="610577" y="695058"/>
                  </a:lnTo>
                  <a:lnTo>
                    <a:pt x="641832" y="694182"/>
                  </a:lnTo>
                  <a:lnTo>
                    <a:pt x="715073" y="677329"/>
                  </a:lnTo>
                  <a:lnTo>
                    <a:pt x="750404" y="661847"/>
                  </a:lnTo>
                  <a:lnTo>
                    <a:pt x="784656" y="641883"/>
                  </a:lnTo>
                  <a:lnTo>
                    <a:pt x="817664" y="617601"/>
                  </a:lnTo>
                  <a:lnTo>
                    <a:pt x="849249" y="589165"/>
                  </a:lnTo>
                  <a:lnTo>
                    <a:pt x="879246" y="556755"/>
                  </a:lnTo>
                  <a:lnTo>
                    <a:pt x="907491" y="520509"/>
                  </a:lnTo>
                  <a:lnTo>
                    <a:pt x="933805" y="480631"/>
                  </a:lnTo>
                  <a:lnTo>
                    <a:pt x="958049" y="437248"/>
                  </a:lnTo>
                  <a:lnTo>
                    <a:pt x="980020" y="390550"/>
                  </a:lnTo>
                  <a:lnTo>
                    <a:pt x="999578" y="340702"/>
                  </a:lnTo>
                  <a:lnTo>
                    <a:pt x="1016546" y="287858"/>
                  </a:lnTo>
                  <a:lnTo>
                    <a:pt x="1030757" y="232194"/>
                  </a:lnTo>
                  <a:lnTo>
                    <a:pt x="1042035" y="173863"/>
                  </a:lnTo>
                  <a:lnTo>
                    <a:pt x="1129030" y="17386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886824" y="5267325"/>
              <a:ext cx="1129030" cy="695325"/>
            </a:xfrm>
            <a:custGeom>
              <a:avLst/>
              <a:gdLst/>
              <a:ahLst/>
              <a:cxnLst/>
              <a:rect l="l" t="t" r="r" b="b"/>
              <a:pathLst>
                <a:path w="1129029" h="695325">
                  <a:moveTo>
                    <a:pt x="528066" y="681697"/>
                  </a:moveTo>
                  <a:lnTo>
                    <a:pt x="565691" y="667047"/>
                  </a:lnTo>
                  <a:lnTo>
                    <a:pt x="601973" y="647487"/>
                  </a:lnTo>
                  <a:lnTo>
                    <a:pt x="636756" y="623245"/>
                  </a:lnTo>
                  <a:lnTo>
                    <a:pt x="669886" y="594552"/>
                  </a:lnTo>
                  <a:lnTo>
                    <a:pt x="701211" y="561638"/>
                  </a:lnTo>
                  <a:lnTo>
                    <a:pt x="730575" y="524731"/>
                  </a:lnTo>
                  <a:lnTo>
                    <a:pt x="757824" y="484060"/>
                  </a:lnTo>
                  <a:lnTo>
                    <a:pt x="782806" y="439856"/>
                  </a:lnTo>
                  <a:lnTo>
                    <a:pt x="805365" y="392348"/>
                  </a:lnTo>
                  <a:lnTo>
                    <a:pt x="825348" y="341765"/>
                  </a:lnTo>
                  <a:lnTo>
                    <a:pt x="842600" y="288337"/>
                  </a:lnTo>
                  <a:lnTo>
                    <a:pt x="856969" y="232293"/>
                  </a:lnTo>
                  <a:lnTo>
                    <a:pt x="868299" y="173862"/>
                  </a:lnTo>
                  <a:lnTo>
                    <a:pt x="781303" y="173862"/>
                  </a:lnTo>
                  <a:lnTo>
                    <a:pt x="969136" y="0"/>
                  </a:lnTo>
                  <a:lnTo>
                    <a:pt x="1129029" y="173862"/>
                  </a:lnTo>
                  <a:lnTo>
                    <a:pt x="1042034" y="173862"/>
                  </a:lnTo>
                  <a:lnTo>
                    <a:pt x="1031160" y="230306"/>
                  </a:lnTo>
                  <a:lnTo>
                    <a:pt x="1017494" y="284404"/>
                  </a:lnTo>
                  <a:lnTo>
                    <a:pt x="1001183" y="335976"/>
                  </a:lnTo>
                  <a:lnTo>
                    <a:pt x="982372" y="384845"/>
                  </a:lnTo>
                  <a:lnTo>
                    <a:pt x="961209" y="430831"/>
                  </a:lnTo>
                  <a:lnTo>
                    <a:pt x="937838" y="473756"/>
                  </a:lnTo>
                  <a:lnTo>
                    <a:pt x="912408" y="513441"/>
                  </a:lnTo>
                  <a:lnTo>
                    <a:pt x="885063" y="549708"/>
                  </a:lnTo>
                  <a:lnTo>
                    <a:pt x="855949" y="582377"/>
                  </a:lnTo>
                  <a:lnTo>
                    <a:pt x="825214" y="611270"/>
                  </a:lnTo>
                  <a:lnTo>
                    <a:pt x="793004" y="636209"/>
                  </a:lnTo>
                  <a:lnTo>
                    <a:pt x="759463" y="657014"/>
                  </a:lnTo>
                  <a:lnTo>
                    <a:pt x="724740" y="673507"/>
                  </a:lnTo>
                  <a:lnTo>
                    <a:pt x="652329" y="692841"/>
                  </a:lnTo>
                  <a:lnTo>
                    <a:pt x="614933" y="695325"/>
                  </a:lnTo>
                  <a:lnTo>
                    <a:pt x="441071" y="695325"/>
                  </a:lnTo>
                  <a:lnTo>
                    <a:pt x="369529" y="686224"/>
                  </a:lnTo>
                  <a:lnTo>
                    <a:pt x="301662" y="659877"/>
                  </a:lnTo>
                  <a:lnTo>
                    <a:pt x="238378" y="617715"/>
                  </a:lnTo>
                  <a:lnTo>
                    <a:pt x="208738" y="591150"/>
                  </a:lnTo>
                  <a:lnTo>
                    <a:pt x="180584" y="561169"/>
                  </a:lnTo>
                  <a:lnTo>
                    <a:pt x="154031" y="527949"/>
                  </a:lnTo>
                  <a:lnTo>
                    <a:pt x="129190" y="491670"/>
                  </a:lnTo>
                  <a:lnTo>
                    <a:pt x="106177" y="452512"/>
                  </a:lnTo>
                  <a:lnTo>
                    <a:pt x="85104" y="410652"/>
                  </a:lnTo>
                  <a:lnTo>
                    <a:pt x="66085" y="366269"/>
                  </a:lnTo>
                  <a:lnTo>
                    <a:pt x="49233" y="319544"/>
                  </a:lnTo>
                  <a:lnTo>
                    <a:pt x="34663" y="270654"/>
                  </a:lnTo>
                  <a:lnTo>
                    <a:pt x="22487" y="219778"/>
                  </a:lnTo>
                  <a:lnTo>
                    <a:pt x="12819" y="167096"/>
                  </a:lnTo>
                  <a:lnTo>
                    <a:pt x="5773" y="112786"/>
                  </a:lnTo>
                  <a:lnTo>
                    <a:pt x="1462" y="57028"/>
                  </a:lnTo>
                  <a:lnTo>
                    <a:pt x="0" y="0"/>
                  </a:lnTo>
                  <a:lnTo>
                    <a:pt x="173863" y="0"/>
                  </a:lnTo>
                  <a:lnTo>
                    <a:pt x="175325" y="57028"/>
                  </a:lnTo>
                  <a:lnTo>
                    <a:pt x="179636" y="112786"/>
                  </a:lnTo>
                  <a:lnTo>
                    <a:pt x="186682" y="167096"/>
                  </a:lnTo>
                  <a:lnTo>
                    <a:pt x="196350" y="219778"/>
                  </a:lnTo>
                  <a:lnTo>
                    <a:pt x="208526" y="270654"/>
                  </a:lnTo>
                  <a:lnTo>
                    <a:pt x="223096" y="319544"/>
                  </a:lnTo>
                  <a:lnTo>
                    <a:pt x="239948" y="366269"/>
                  </a:lnTo>
                  <a:lnTo>
                    <a:pt x="258967" y="410652"/>
                  </a:lnTo>
                  <a:lnTo>
                    <a:pt x="280040" y="452512"/>
                  </a:lnTo>
                  <a:lnTo>
                    <a:pt x="303053" y="491670"/>
                  </a:lnTo>
                  <a:lnTo>
                    <a:pt x="327894" y="527949"/>
                  </a:lnTo>
                  <a:lnTo>
                    <a:pt x="354447" y="561169"/>
                  </a:lnTo>
                  <a:lnTo>
                    <a:pt x="382601" y="591150"/>
                  </a:lnTo>
                  <a:lnTo>
                    <a:pt x="412241" y="617715"/>
                  </a:lnTo>
                  <a:lnTo>
                    <a:pt x="443253" y="640683"/>
                  </a:lnTo>
                  <a:lnTo>
                    <a:pt x="508943" y="675117"/>
                  </a:lnTo>
                  <a:lnTo>
                    <a:pt x="578760" y="693020"/>
                  </a:lnTo>
                  <a:lnTo>
                    <a:pt x="614933" y="695325"/>
                  </a:lnTo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279" y="270763"/>
            <a:ext cx="254381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14805" algn="l"/>
              </a:tabLst>
            </a:pPr>
            <a:r>
              <a:rPr dirty="0" sz="3600" spc="-10" i="0">
                <a:latin typeface="Calibri"/>
                <a:cs typeface="Calibri"/>
              </a:rPr>
              <a:t>System</a:t>
            </a:r>
            <a:r>
              <a:rPr dirty="0" sz="3600" i="0">
                <a:latin typeface="Calibri"/>
                <a:cs typeface="Calibri"/>
              </a:rPr>
              <a:t>	</a:t>
            </a:r>
            <a:r>
              <a:rPr dirty="0" sz="3600" spc="-20" i="0">
                <a:latin typeface="Calibri"/>
                <a:cs typeface="Calibri"/>
              </a:rPr>
              <a:t>Flow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33851" y="866776"/>
            <a:ext cx="2257425" cy="5848350"/>
            <a:chOff x="4133851" y="866776"/>
            <a:chExt cx="2257425" cy="5848350"/>
          </a:xfrm>
        </p:grpSpPr>
        <p:sp>
          <p:nvSpPr>
            <p:cNvPr id="4" name="object 4" descr=""/>
            <p:cNvSpPr/>
            <p:nvPr/>
          </p:nvSpPr>
          <p:spPr>
            <a:xfrm>
              <a:off x="4143375" y="876300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2180209" y="0"/>
                  </a:moveTo>
                  <a:lnTo>
                    <a:pt x="58165" y="0"/>
                  </a:lnTo>
                  <a:lnTo>
                    <a:pt x="35522" y="4568"/>
                  </a:lnTo>
                  <a:lnTo>
                    <a:pt x="17033" y="17018"/>
                  </a:lnTo>
                  <a:lnTo>
                    <a:pt x="4570" y="35468"/>
                  </a:lnTo>
                  <a:lnTo>
                    <a:pt x="0" y="58038"/>
                  </a:lnTo>
                  <a:lnTo>
                    <a:pt x="0" y="522986"/>
                  </a:lnTo>
                  <a:lnTo>
                    <a:pt x="4570" y="545556"/>
                  </a:lnTo>
                  <a:lnTo>
                    <a:pt x="17033" y="564006"/>
                  </a:lnTo>
                  <a:lnTo>
                    <a:pt x="35522" y="576456"/>
                  </a:lnTo>
                  <a:lnTo>
                    <a:pt x="58165" y="581025"/>
                  </a:lnTo>
                  <a:lnTo>
                    <a:pt x="2180209" y="581025"/>
                  </a:lnTo>
                  <a:lnTo>
                    <a:pt x="2202852" y="576456"/>
                  </a:lnTo>
                  <a:lnTo>
                    <a:pt x="2221341" y="564006"/>
                  </a:lnTo>
                  <a:lnTo>
                    <a:pt x="2233804" y="545556"/>
                  </a:lnTo>
                  <a:lnTo>
                    <a:pt x="2238375" y="522986"/>
                  </a:lnTo>
                  <a:lnTo>
                    <a:pt x="2238375" y="58038"/>
                  </a:lnTo>
                  <a:lnTo>
                    <a:pt x="2233804" y="35468"/>
                  </a:lnTo>
                  <a:lnTo>
                    <a:pt x="2221341" y="17018"/>
                  </a:lnTo>
                  <a:lnTo>
                    <a:pt x="2202852" y="4568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143375" y="876300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0" y="58038"/>
                  </a:moveTo>
                  <a:lnTo>
                    <a:pt x="4570" y="35468"/>
                  </a:lnTo>
                  <a:lnTo>
                    <a:pt x="17033" y="17018"/>
                  </a:lnTo>
                  <a:lnTo>
                    <a:pt x="35522" y="4568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568"/>
                  </a:lnTo>
                  <a:lnTo>
                    <a:pt x="2221341" y="17018"/>
                  </a:lnTo>
                  <a:lnTo>
                    <a:pt x="2233804" y="35468"/>
                  </a:lnTo>
                  <a:lnTo>
                    <a:pt x="2238375" y="58038"/>
                  </a:lnTo>
                  <a:lnTo>
                    <a:pt x="2238375" y="522986"/>
                  </a:lnTo>
                  <a:lnTo>
                    <a:pt x="2233804" y="545556"/>
                  </a:lnTo>
                  <a:lnTo>
                    <a:pt x="2221341" y="564006"/>
                  </a:lnTo>
                  <a:lnTo>
                    <a:pt x="2202852" y="576456"/>
                  </a:lnTo>
                  <a:lnTo>
                    <a:pt x="2180209" y="581025"/>
                  </a:lnTo>
                  <a:lnTo>
                    <a:pt x="58165" y="581025"/>
                  </a:lnTo>
                  <a:lnTo>
                    <a:pt x="35522" y="576456"/>
                  </a:lnTo>
                  <a:lnTo>
                    <a:pt x="17033" y="564006"/>
                  </a:lnTo>
                  <a:lnTo>
                    <a:pt x="4570" y="545556"/>
                  </a:lnTo>
                  <a:lnTo>
                    <a:pt x="0" y="522986"/>
                  </a:lnTo>
                  <a:lnTo>
                    <a:pt x="0" y="58038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133975" y="1495425"/>
              <a:ext cx="257175" cy="219075"/>
            </a:xfrm>
            <a:custGeom>
              <a:avLst/>
              <a:gdLst/>
              <a:ahLst/>
              <a:cxnLst/>
              <a:rect l="l" t="t" r="r" b="b"/>
              <a:pathLst>
                <a:path w="257175" h="219075">
                  <a:moveTo>
                    <a:pt x="205739" y="0"/>
                  </a:moveTo>
                  <a:lnTo>
                    <a:pt x="51435" y="0"/>
                  </a:lnTo>
                  <a:lnTo>
                    <a:pt x="51435" y="109474"/>
                  </a:lnTo>
                  <a:lnTo>
                    <a:pt x="0" y="109474"/>
                  </a:lnTo>
                  <a:lnTo>
                    <a:pt x="128650" y="219075"/>
                  </a:lnTo>
                  <a:lnTo>
                    <a:pt x="257175" y="109474"/>
                  </a:lnTo>
                  <a:lnTo>
                    <a:pt x="205739" y="109474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AAB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143375" y="1752600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2180209" y="0"/>
                  </a:moveTo>
                  <a:lnTo>
                    <a:pt x="58165" y="0"/>
                  </a:lnTo>
                  <a:lnTo>
                    <a:pt x="35522" y="4568"/>
                  </a:lnTo>
                  <a:lnTo>
                    <a:pt x="17033" y="17018"/>
                  </a:lnTo>
                  <a:lnTo>
                    <a:pt x="4570" y="35468"/>
                  </a:lnTo>
                  <a:lnTo>
                    <a:pt x="0" y="58038"/>
                  </a:lnTo>
                  <a:lnTo>
                    <a:pt x="0" y="522986"/>
                  </a:lnTo>
                  <a:lnTo>
                    <a:pt x="4570" y="545556"/>
                  </a:lnTo>
                  <a:lnTo>
                    <a:pt x="17033" y="564006"/>
                  </a:lnTo>
                  <a:lnTo>
                    <a:pt x="35522" y="576456"/>
                  </a:lnTo>
                  <a:lnTo>
                    <a:pt x="58165" y="581025"/>
                  </a:lnTo>
                  <a:lnTo>
                    <a:pt x="2180209" y="581025"/>
                  </a:lnTo>
                  <a:lnTo>
                    <a:pt x="2202852" y="576456"/>
                  </a:lnTo>
                  <a:lnTo>
                    <a:pt x="2221341" y="564006"/>
                  </a:lnTo>
                  <a:lnTo>
                    <a:pt x="2233804" y="545556"/>
                  </a:lnTo>
                  <a:lnTo>
                    <a:pt x="2238375" y="522986"/>
                  </a:lnTo>
                  <a:lnTo>
                    <a:pt x="2238375" y="58038"/>
                  </a:lnTo>
                  <a:lnTo>
                    <a:pt x="2233804" y="35468"/>
                  </a:lnTo>
                  <a:lnTo>
                    <a:pt x="2221341" y="17018"/>
                  </a:lnTo>
                  <a:lnTo>
                    <a:pt x="2202852" y="4568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43375" y="1752600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0" y="58038"/>
                  </a:moveTo>
                  <a:lnTo>
                    <a:pt x="4570" y="35468"/>
                  </a:lnTo>
                  <a:lnTo>
                    <a:pt x="17033" y="17018"/>
                  </a:lnTo>
                  <a:lnTo>
                    <a:pt x="35522" y="4568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568"/>
                  </a:lnTo>
                  <a:lnTo>
                    <a:pt x="2221341" y="17018"/>
                  </a:lnTo>
                  <a:lnTo>
                    <a:pt x="2233804" y="35468"/>
                  </a:lnTo>
                  <a:lnTo>
                    <a:pt x="2238375" y="58038"/>
                  </a:lnTo>
                  <a:lnTo>
                    <a:pt x="2238375" y="522986"/>
                  </a:lnTo>
                  <a:lnTo>
                    <a:pt x="2233804" y="545556"/>
                  </a:lnTo>
                  <a:lnTo>
                    <a:pt x="2221341" y="564006"/>
                  </a:lnTo>
                  <a:lnTo>
                    <a:pt x="2202852" y="576456"/>
                  </a:lnTo>
                  <a:lnTo>
                    <a:pt x="2180209" y="581025"/>
                  </a:lnTo>
                  <a:lnTo>
                    <a:pt x="58165" y="581025"/>
                  </a:lnTo>
                  <a:lnTo>
                    <a:pt x="35522" y="576456"/>
                  </a:lnTo>
                  <a:lnTo>
                    <a:pt x="17033" y="564006"/>
                  </a:lnTo>
                  <a:lnTo>
                    <a:pt x="4570" y="545556"/>
                  </a:lnTo>
                  <a:lnTo>
                    <a:pt x="0" y="522986"/>
                  </a:lnTo>
                  <a:lnTo>
                    <a:pt x="0" y="58038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33975" y="2371725"/>
              <a:ext cx="257175" cy="219075"/>
            </a:xfrm>
            <a:custGeom>
              <a:avLst/>
              <a:gdLst/>
              <a:ahLst/>
              <a:cxnLst/>
              <a:rect l="l" t="t" r="r" b="b"/>
              <a:pathLst>
                <a:path w="257175" h="219075">
                  <a:moveTo>
                    <a:pt x="205739" y="0"/>
                  </a:moveTo>
                  <a:lnTo>
                    <a:pt x="51435" y="0"/>
                  </a:lnTo>
                  <a:lnTo>
                    <a:pt x="51435" y="109474"/>
                  </a:lnTo>
                  <a:lnTo>
                    <a:pt x="0" y="109474"/>
                  </a:lnTo>
                  <a:lnTo>
                    <a:pt x="128650" y="219075"/>
                  </a:lnTo>
                  <a:lnTo>
                    <a:pt x="257175" y="109474"/>
                  </a:lnTo>
                  <a:lnTo>
                    <a:pt x="205739" y="109474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AAB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43375" y="2619375"/>
              <a:ext cx="2238375" cy="590550"/>
            </a:xfrm>
            <a:custGeom>
              <a:avLst/>
              <a:gdLst/>
              <a:ahLst/>
              <a:cxnLst/>
              <a:rect l="l" t="t" r="r" b="b"/>
              <a:pathLst>
                <a:path w="2238375" h="590550">
                  <a:moveTo>
                    <a:pt x="2180209" y="0"/>
                  </a:moveTo>
                  <a:lnTo>
                    <a:pt x="58165" y="0"/>
                  </a:lnTo>
                  <a:lnTo>
                    <a:pt x="35522" y="4637"/>
                  </a:lnTo>
                  <a:lnTo>
                    <a:pt x="17033" y="17287"/>
                  </a:lnTo>
                  <a:lnTo>
                    <a:pt x="4570" y="36058"/>
                  </a:lnTo>
                  <a:lnTo>
                    <a:pt x="0" y="59054"/>
                  </a:lnTo>
                  <a:lnTo>
                    <a:pt x="0" y="531495"/>
                  </a:lnTo>
                  <a:lnTo>
                    <a:pt x="4570" y="554491"/>
                  </a:lnTo>
                  <a:lnTo>
                    <a:pt x="17033" y="573262"/>
                  </a:lnTo>
                  <a:lnTo>
                    <a:pt x="35522" y="585912"/>
                  </a:lnTo>
                  <a:lnTo>
                    <a:pt x="58165" y="590550"/>
                  </a:lnTo>
                  <a:lnTo>
                    <a:pt x="2180209" y="590550"/>
                  </a:lnTo>
                  <a:lnTo>
                    <a:pt x="2202852" y="585912"/>
                  </a:lnTo>
                  <a:lnTo>
                    <a:pt x="2221341" y="573262"/>
                  </a:lnTo>
                  <a:lnTo>
                    <a:pt x="2233804" y="554491"/>
                  </a:lnTo>
                  <a:lnTo>
                    <a:pt x="2238375" y="531495"/>
                  </a:lnTo>
                  <a:lnTo>
                    <a:pt x="2238375" y="59054"/>
                  </a:lnTo>
                  <a:lnTo>
                    <a:pt x="2233804" y="36058"/>
                  </a:lnTo>
                  <a:lnTo>
                    <a:pt x="2221341" y="17287"/>
                  </a:lnTo>
                  <a:lnTo>
                    <a:pt x="2202852" y="4637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143375" y="2619375"/>
              <a:ext cx="2238375" cy="590550"/>
            </a:xfrm>
            <a:custGeom>
              <a:avLst/>
              <a:gdLst/>
              <a:ahLst/>
              <a:cxnLst/>
              <a:rect l="l" t="t" r="r" b="b"/>
              <a:pathLst>
                <a:path w="2238375" h="590550">
                  <a:moveTo>
                    <a:pt x="0" y="59054"/>
                  </a:moveTo>
                  <a:lnTo>
                    <a:pt x="4570" y="36058"/>
                  </a:lnTo>
                  <a:lnTo>
                    <a:pt x="17033" y="17287"/>
                  </a:lnTo>
                  <a:lnTo>
                    <a:pt x="35522" y="4637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637"/>
                  </a:lnTo>
                  <a:lnTo>
                    <a:pt x="2221341" y="17287"/>
                  </a:lnTo>
                  <a:lnTo>
                    <a:pt x="2233804" y="36058"/>
                  </a:lnTo>
                  <a:lnTo>
                    <a:pt x="2238375" y="59054"/>
                  </a:lnTo>
                  <a:lnTo>
                    <a:pt x="2238375" y="531495"/>
                  </a:lnTo>
                  <a:lnTo>
                    <a:pt x="2233804" y="554491"/>
                  </a:lnTo>
                  <a:lnTo>
                    <a:pt x="2221341" y="573262"/>
                  </a:lnTo>
                  <a:lnTo>
                    <a:pt x="2202852" y="585912"/>
                  </a:lnTo>
                  <a:lnTo>
                    <a:pt x="2180209" y="590550"/>
                  </a:lnTo>
                  <a:lnTo>
                    <a:pt x="58165" y="590550"/>
                  </a:lnTo>
                  <a:lnTo>
                    <a:pt x="35522" y="585912"/>
                  </a:lnTo>
                  <a:lnTo>
                    <a:pt x="17033" y="573262"/>
                  </a:lnTo>
                  <a:lnTo>
                    <a:pt x="4570" y="554491"/>
                  </a:lnTo>
                  <a:lnTo>
                    <a:pt x="0" y="531495"/>
                  </a:lnTo>
                  <a:lnTo>
                    <a:pt x="0" y="59054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133975" y="3238500"/>
              <a:ext cx="257175" cy="219075"/>
            </a:xfrm>
            <a:custGeom>
              <a:avLst/>
              <a:gdLst/>
              <a:ahLst/>
              <a:cxnLst/>
              <a:rect l="l" t="t" r="r" b="b"/>
              <a:pathLst>
                <a:path w="257175" h="219075">
                  <a:moveTo>
                    <a:pt x="205739" y="0"/>
                  </a:moveTo>
                  <a:lnTo>
                    <a:pt x="51435" y="0"/>
                  </a:lnTo>
                  <a:lnTo>
                    <a:pt x="51435" y="109474"/>
                  </a:lnTo>
                  <a:lnTo>
                    <a:pt x="0" y="109474"/>
                  </a:lnTo>
                  <a:lnTo>
                    <a:pt x="128650" y="219075"/>
                  </a:lnTo>
                  <a:lnTo>
                    <a:pt x="257175" y="109474"/>
                  </a:lnTo>
                  <a:lnTo>
                    <a:pt x="205739" y="109474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AAB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143375" y="34956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2180209" y="0"/>
                  </a:moveTo>
                  <a:lnTo>
                    <a:pt x="58165" y="0"/>
                  </a:lnTo>
                  <a:lnTo>
                    <a:pt x="35522" y="4568"/>
                  </a:lnTo>
                  <a:lnTo>
                    <a:pt x="17033" y="17018"/>
                  </a:lnTo>
                  <a:lnTo>
                    <a:pt x="4570" y="35468"/>
                  </a:lnTo>
                  <a:lnTo>
                    <a:pt x="0" y="58038"/>
                  </a:lnTo>
                  <a:lnTo>
                    <a:pt x="0" y="522986"/>
                  </a:lnTo>
                  <a:lnTo>
                    <a:pt x="4570" y="545556"/>
                  </a:lnTo>
                  <a:lnTo>
                    <a:pt x="17033" y="564007"/>
                  </a:lnTo>
                  <a:lnTo>
                    <a:pt x="35522" y="576456"/>
                  </a:lnTo>
                  <a:lnTo>
                    <a:pt x="58165" y="581025"/>
                  </a:lnTo>
                  <a:lnTo>
                    <a:pt x="2180209" y="581025"/>
                  </a:lnTo>
                  <a:lnTo>
                    <a:pt x="2202852" y="576456"/>
                  </a:lnTo>
                  <a:lnTo>
                    <a:pt x="2221341" y="564007"/>
                  </a:lnTo>
                  <a:lnTo>
                    <a:pt x="2233804" y="545556"/>
                  </a:lnTo>
                  <a:lnTo>
                    <a:pt x="2238375" y="522986"/>
                  </a:lnTo>
                  <a:lnTo>
                    <a:pt x="2238375" y="58038"/>
                  </a:lnTo>
                  <a:lnTo>
                    <a:pt x="2233804" y="35468"/>
                  </a:lnTo>
                  <a:lnTo>
                    <a:pt x="2221341" y="17018"/>
                  </a:lnTo>
                  <a:lnTo>
                    <a:pt x="2202852" y="4568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43375" y="34956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0" y="58038"/>
                  </a:moveTo>
                  <a:lnTo>
                    <a:pt x="4570" y="35468"/>
                  </a:lnTo>
                  <a:lnTo>
                    <a:pt x="17033" y="17018"/>
                  </a:lnTo>
                  <a:lnTo>
                    <a:pt x="35522" y="4568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568"/>
                  </a:lnTo>
                  <a:lnTo>
                    <a:pt x="2221341" y="17018"/>
                  </a:lnTo>
                  <a:lnTo>
                    <a:pt x="2233804" y="35468"/>
                  </a:lnTo>
                  <a:lnTo>
                    <a:pt x="2238375" y="58038"/>
                  </a:lnTo>
                  <a:lnTo>
                    <a:pt x="2238375" y="522986"/>
                  </a:lnTo>
                  <a:lnTo>
                    <a:pt x="2233804" y="545556"/>
                  </a:lnTo>
                  <a:lnTo>
                    <a:pt x="2221341" y="564007"/>
                  </a:lnTo>
                  <a:lnTo>
                    <a:pt x="2202852" y="576456"/>
                  </a:lnTo>
                  <a:lnTo>
                    <a:pt x="2180209" y="581025"/>
                  </a:lnTo>
                  <a:lnTo>
                    <a:pt x="58165" y="581025"/>
                  </a:lnTo>
                  <a:lnTo>
                    <a:pt x="35522" y="576456"/>
                  </a:lnTo>
                  <a:lnTo>
                    <a:pt x="17033" y="564007"/>
                  </a:lnTo>
                  <a:lnTo>
                    <a:pt x="4570" y="545556"/>
                  </a:lnTo>
                  <a:lnTo>
                    <a:pt x="0" y="522986"/>
                  </a:lnTo>
                  <a:lnTo>
                    <a:pt x="0" y="58038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33975" y="4114800"/>
              <a:ext cx="257175" cy="219075"/>
            </a:xfrm>
            <a:custGeom>
              <a:avLst/>
              <a:gdLst/>
              <a:ahLst/>
              <a:cxnLst/>
              <a:rect l="l" t="t" r="r" b="b"/>
              <a:pathLst>
                <a:path w="257175" h="219075">
                  <a:moveTo>
                    <a:pt x="205739" y="0"/>
                  </a:moveTo>
                  <a:lnTo>
                    <a:pt x="51435" y="0"/>
                  </a:lnTo>
                  <a:lnTo>
                    <a:pt x="51435" y="109474"/>
                  </a:lnTo>
                  <a:lnTo>
                    <a:pt x="0" y="109474"/>
                  </a:lnTo>
                  <a:lnTo>
                    <a:pt x="128650" y="219075"/>
                  </a:lnTo>
                  <a:lnTo>
                    <a:pt x="257175" y="109474"/>
                  </a:lnTo>
                  <a:lnTo>
                    <a:pt x="205739" y="109474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AAB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43375" y="43719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2180209" y="0"/>
                  </a:moveTo>
                  <a:lnTo>
                    <a:pt x="58165" y="0"/>
                  </a:lnTo>
                  <a:lnTo>
                    <a:pt x="35522" y="4568"/>
                  </a:lnTo>
                  <a:lnTo>
                    <a:pt x="17033" y="17018"/>
                  </a:lnTo>
                  <a:lnTo>
                    <a:pt x="4570" y="35468"/>
                  </a:lnTo>
                  <a:lnTo>
                    <a:pt x="0" y="58038"/>
                  </a:lnTo>
                  <a:lnTo>
                    <a:pt x="0" y="522986"/>
                  </a:lnTo>
                  <a:lnTo>
                    <a:pt x="4570" y="545556"/>
                  </a:lnTo>
                  <a:lnTo>
                    <a:pt x="17033" y="564007"/>
                  </a:lnTo>
                  <a:lnTo>
                    <a:pt x="35522" y="576456"/>
                  </a:lnTo>
                  <a:lnTo>
                    <a:pt x="58165" y="581025"/>
                  </a:lnTo>
                  <a:lnTo>
                    <a:pt x="2180209" y="581025"/>
                  </a:lnTo>
                  <a:lnTo>
                    <a:pt x="2202852" y="576456"/>
                  </a:lnTo>
                  <a:lnTo>
                    <a:pt x="2221341" y="564007"/>
                  </a:lnTo>
                  <a:lnTo>
                    <a:pt x="2233804" y="545556"/>
                  </a:lnTo>
                  <a:lnTo>
                    <a:pt x="2238375" y="522986"/>
                  </a:lnTo>
                  <a:lnTo>
                    <a:pt x="2238375" y="58038"/>
                  </a:lnTo>
                  <a:lnTo>
                    <a:pt x="2233804" y="35468"/>
                  </a:lnTo>
                  <a:lnTo>
                    <a:pt x="2221341" y="17018"/>
                  </a:lnTo>
                  <a:lnTo>
                    <a:pt x="2202852" y="4568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143375" y="43719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0" y="58038"/>
                  </a:moveTo>
                  <a:lnTo>
                    <a:pt x="4570" y="35468"/>
                  </a:lnTo>
                  <a:lnTo>
                    <a:pt x="17033" y="17018"/>
                  </a:lnTo>
                  <a:lnTo>
                    <a:pt x="35522" y="4568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568"/>
                  </a:lnTo>
                  <a:lnTo>
                    <a:pt x="2221341" y="17018"/>
                  </a:lnTo>
                  <a:lnTo>
                    <a:pt x="2233804" y="35468"/>
                  </a:lnTo>
                  <a:lnTo>
                    <a:pt x="2238375" y="58038"/>
                  </a:lnTo>
                  <a:lnTo>
                    <a:pt x="2238375" y="522986"/>
                  </a:lnTo>
                  <a:lnTo>
                    <a:pt x="2233804" y="545556"/>
                  </a:lnTo>
                  <a:lnTo>
                    <a:pt x="2221341" y="564007"/>
                  </a:lnTo>
                  <a:lnTo>
                    <a:pt x="2202852" y="576456"/>
                  </a:lnTo>
                  <a:lnTo>
                    <a:pt x="2180209" y="581025"/>
                  </a:lnTo>
                  <a:lnTo>
                    <a:pt x="58165" y="581025"/>
                  </a:lnTo>
                  <a:lnTo>
                    <a:pt x="35522" y="576456"/>
                  </a:lnTo>
                  <a:lnTo>
                    <a:pt x="17033" y="564007"/>
                  </a:lnTo>
                  <a:lnTo>
                    <a:pt x="4570" y="545556"/>
                  </a:lnTo>
                  <a:lnTo>
                    <a:pt x="0" y="522986"/>
                  </a:lnTo>
                  <a:lnTo>
                    <a:pt x="0" y="58038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133975" y="4991100"/>
              <a:ext cx="257175" cy="219075"/>
            </a:xfrm>
            <a:custGeom>
              <a:avLst/>
              <a:gdLst/>
              <a:ahLst/>
              <a:cxnLst/>
              <a:rect l="l" t="t" r="r" b="b"/>
              <a:pathLst>
                <a:path w="257175" h="219075">
                  <a:moveTo>
                    <a:pt x="205739" y="0"/>
                  </a:moveTo>
                  <a:lnTo>
                    <a:pt x="51435" y="0"/>
                  </a:lnTo>
                  <a:lnTo>
                    <a:pt x="51435" y="109474"/>
                  </a:lnTo>
                  <a:lnTo>
                    <a:pt x="0" y="109474"/>
                  </a:lnTo>
                  <a:lnTo>
                    <a:pt x="128650" y="219075"/>
                  </a:lnTo>
                  <a:lnTo>
                    <a:pt x="257175" y="109474"/>
                  </a:lnTo>
                  <a:lnTo>
                    <a:pt x="205739" y="109474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AAB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143375" y="52482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2180209" y="0"/>
                  </a:moveTo>
                  <a:lnTo>
                    <a:pt x="58165" y="0"/>
                  </a:lnTo>
                  <a:lnTo>
                    <a:pt x="35522" y="4568"/>
                  </a:lnTo>
                  <a:lnTo>
                    <a:pt x="17033" y="17018"/>
                  </a:lnTo>
                  <a:lnTo>
                    <a:pt x="4570" y="35468"/>
                  </a:lnTo>
                  <a:lnTo>
                    <a:pt x="0" y="58038"/>
                  </a:lnTo>
                  <a:lnTo>
                    <a:pt x="0" y="522922"/>
                  </a:lnTo>
                  <a:lnTo>
                    <a:pt x="4570" y="545540"/>
                  </a:lnTo>
                  <a:lnTo>
                    <a:pt x="17033" y="564008"/>
                  </a:lnTo>
                  <a:lnTo>
                    <a:pt x="35522" y="576459"/>
                  </a:lnTo>
                  <a:lnTo>
                    <a:pt x="58165" y="581025"/>
                  </a:lnTo>
                  <a:lnTo>
                    <a:pt x="2180209" y="581025"/>
                  </a:lnTo>
                  <a:lnTo>
                    <a:pt x="2202852" y="576459"/>
                  </a:lnTo>
                  <a:lnTo>
                    <a:pt x="2221341" y="564008"/>
                  </a:lnTo>
                  <a:lnTo>
                    <a:pt x="2233804" y="545540"/>
                  </a:lnTo>
                  <a:lnTo>
                    <a:pt x="2238375" y="522922"/>
                  </a:lnTo>
                  <a:lnTo>
                    <a:pt x="2238375" y="58038"/>
                  </a:lnTo>
                  <a:lnTo>
                    <a:pt x="2233804" y="35468"/>
                  </a:lnTo>
                  <a:lnTo>
                    <a:pt x="2221341" y="17017"/>
                  </a:lnTo>
                  <a:lnTo>
                    <a:pt x="2202852" y="4568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143375" y="52482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0" y="58038"/>
                  </a:moveTo>
                  <a:lnTo>
                    <a:pt x="4570" y="35468"/>
                  </a:lnTo>
                  <a:lnTo>
                    <a:pt x="17033" y="17018"/>
                  </a:lnTo>
                  <a:lnTo>
                    <a:pt x="35522" y="4568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568"/>
                  </a:lnTo>
                  <a:lnTo>
                    <a:pt x="2221341" y="17017"/>
                  </a:lnTo>
                  <a:lnTo>
                    <a:pt x="2233804" y="35468"/>
                  </a:lnTo>
                  <a:lnTo>
                    <a:pt x="2238375" y="58038"/>
                  </a:lnTo>
                  <a:lnTo>
                    <a:pt x="2238375" y="522922"/>
                  </a:lnTo>
                  <a:lnTo>
                    <a:pt x="2233804" y="545540"/>
                  </a:lnTo>
                  <a:lnTo>
                    <a:pt x="2221341" y="564008"/>
                  </a:lnTo>
                  <a:lnTo>
                    <a:pt x="2202852" y="576459"/>
                  </a:lnTo>
                  <a:lnTo>
                    <a:pt x="2180209" y="581025"/>
                  </a:lnTo>
                  <a:lnTo>
                    <a:pt x="58165" y="581025"/>
                  </a:lnTo>
                  <a:lnTo>
                    <a:pt x="35522" y="576459"/>
                  </a:lnTo>
                  <a:lnTo>
                    <a:pt x="17033" y="564008"/>
                  </a:lnTo>
                  <a:lnTo>
                    <a:pt x="4570" y="545540"/>
                  </a:lnTo>
                  <a:lnTo>
                    <a:pt x="0" y="522922"/>
                  </a:lnTo>
                  <a:lnTo>
                    <a:pt x="0" y="58038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133975" y="5867400"/>
              <a:ext cx="257175" cy="219075"/>
            </a:xfrm>
            <a:custGeom>
              <a:avLst/>
              <a:gdLst/>
              <a:ahLst/>
              <a:cxnLst/>
              <a:rect l="l" t="t" r="r" b="b"/>
              <a:pathLst>
                <a:path w="257175" h="219075">
                  <a:moveTo>
                    <a:pt x="205739" y="0"/>
                  </a:moveTo>
                  <a:lnTo>
                    <a:pt x="51435" y="0"/>
                  </a:lnTo>
                  <a:lnTo>
                    <a:pt x="51435" y="109537"/>
                  </a:lnTo>
                  <a:lnTo>
                    <a:pt x="0" y="109537"/>
                  </a:lnTo>
                  <a:lnTo>
                    <a:pt x="128650" y="219075"/>
                  </a:lnTo>
                  <a:lnTo>
                    <a:pt x="257175" y="109537"/>
                  </a:lnTo>
                  <a:lnTo>
                    <a:pt x="205739" y="109537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AAB6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143375" y="61245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2180209" y="0"/>
                  </a:moveTo>
                  <a:lnTo>
                    <a:pt x="58165" y="0"/>
                  </a:lnTo>
                  <a:lnTo>
                    <a:pt x="35522" y="4565"/>
                  </a:lnTo>
                  <a:lnTo>
                    <a:pt x="17033" y="17016"/>
                  </a:lnTo>
                  <a:lnTo>
                    <a:pt x="4570" y="35484"/>
                  </a:lnTo>
                  <a:lnTo>
                    <a:pt x="0" y="58102"/>
                  </a:lnTo>
                  <a:lnTo>
                    <a:pt x="0" y="522922"/>
                  </a:lnTo>
                  <a:lnTo>
                    <a:pt x="4570" y="545540"/>
                  </a:lnTo>
                  <a:lnTo>
                    <a:pt x="17033" y="564008"/>
                  </a:lnTo>
                  <a:lnTo>
                    <a:pt x="35522" y="576459"/>
                  </a:lnTo>
                  <a:lnTo>
                    <a:pt x="58165" y="581025"/>
                  </a:lnTo>
                  <a:lnTo>
                    <a:pt x="2180209" y="581025"/>
                  </a:lnTo>
                  <a:lnTo>
                    <a:pt x="2202852" y="576459"/>
                  </a:lnTo>
                  <a:lnTo>
                    <a:pt x="2221341" y="564008"/>
                  </a:lnTo>
                  <a:lnTo>
                    <a:pt x="2233804" y="545540"/>
                  </a:lnTo>
                  <a:lnTo>
                    <a:pt x="2238375" y="522922"/>
                  </a:lnTo>
                  <a:lnTo>
                    <a:pt x="2238375" y="58102"/>
                  </a:lnTo>
                  <a:lnTo>
                    <a:pt x="2233804" y="35484"/>
                  </a:lnTo>
                  <a:lnTo>
                    <a:pt x="2221341" y="17016"/>
                  </a:lnTo>
                  <a:lnTo>
                    <a:pt x="2202852" y="4565"/>
                  </a:lnTo>
                  <a:lnTo>
                    <a:pt x="218020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143375" y="6124575"/>
              <a:ext cx="2238375" cy="581025"/>
            </a:xfrm>
            <a:custGeom>
              <a:avLst/>
              <a:gdLst/>
              <a:ahLst/>
              <a:cxnLst/>
              <a:rect l="l" t="t" r="r" b="b"/>
              <a:pathLst>
                <a:path w="2238375" h="581025">
                  <a:moveTo>
                    <a:pt x="0" y="58102"/>
                  </a:moveTo>
                  <a:lnTo>
                    <a:pt x="4570" y="35484"/>
                  </a:lnTo>
                  <a:lnTo>
                    <a:pt x="17033" y="17016"/>
                  </a:lnTo>
                  <a:lnTo>
                    <a:pt x="35522" y="4565"/>
                  </a:lnTo>
                  <a:lnTo>
                    <a:pt x="58165" y="0"/>
                  </a:lnTo>
                  <a:lnTo>
                    <a:pt x="2180209" y="0"/>
                  </a:lnTo>
                  <a:lnTo>
                    <a:pt x="2202852" y="4565"/>
                  </a:lnTo>
                  <a:lnTo>
                    <a:pt x="2221341" y="17016"/>
                  </a:lnTo>
                  <a:lnTo>
                    <a:pt x="2233804" y="35484"/>
                  </a:lnTo>
                  <a:lnTo>
                    <a:pt x="2238375" y="58102"/>
                  </a:lnTo>
                  <a:lnTo>
                    <a:pt x="2238375" y="522922"/>
                  </a:lnTo>
                  <a:lnTo>
                    <a:pt x="2233804" y="545540"/>
                  </a:lnTo>
                  <a:lnTo>
                    <a:pt x="2221341" y="564008"/>
                  </a:lnTo>
                  <a:lnTo>
                    <a:pt x="2202852" y="576459"/>
                  </a:lnTo>
                  <a:lnTo>
                    <a:pt x="2180209" y="581025"/>
                  </a:lnTo>
                  <a:lnTo>
                    <a:pt x="58165" y="581025"/>
                  </a:lnTo>
                  <a:lnTo>
                    <a:pt x="35522" y="576459"/>
                  </a:lnTo>
                  <a:lnTo>
                    <a:pt x="17033" y="564008"/>
                  </a:lnTo>
                  <a:lnTo>
                    <a:pt x="4570" y="545540"/>
                  </a:lnTo>
                  <a:lnTo>
                    <a:pt x="0" y="522922"/>
                  </a:lnTo>
                  <a:lnTo>
                    <a:pt x="0" y="58102"/>
                  </a:lnTo>
                  <a:close/>
                </a:path>
              </a:pathLst>
            </a:custGeom>
            <a:ln w="190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4258690" y="982662"/>
            <a:ext cx="2011680" cy="555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Trebuchet MS"/>
                <a:cs typeface="Trebuchet MS"/>
              </a:rPr>
              <a:t>User</a:t>
            </a:r>
            <a:r>
              <a:rPr dirty="0" sz="18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Interaction</a:t>
            </a:r>
            <a:endParaRPr sz="1800">
              <a:latin typeface="Trebuchet MS"/>
              <a:cs typeface="Trebuchet MS"/>
            </a:endParaRPr>
          </a:p>
          <a:p>
            <a:pPr algn="ctr" marL="12065" marR="5080" indent="10160">
              <a:lnSpc>
                <a:spcPct val="319100"/>
              </a:lnSpc>
              <a:spcBef>
                <a:spcPts val="5"/>
              </a:spcBef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Authentication Request</a:t>
            </a:r>
            <a:r>
              <a:rPr dirty="0" sz="1800" spc="-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Trebuchet MS"/>
                <a:cs typeface="Trebuchet MS"/>
              </a:rPr>
              <a:t>Flow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Backend</a:t>
            </a:r>
            <a:r>
              <a:rPr dirty="0" sz="1800" spc="-14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Processing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10"/>
              </a:spcBef>
            </a:pPr>
            <a:endParaRPr sz="1800">
              <a:latin typeface="Trebuchet MS"/>
              <a:cs typeface="Trebuchet MS"/>
            </a:endParaRPr>
          </a:p>
          <a:p>
            <a:pPr algn="ctr" marL="472440" marR="462280" indent="5080">
              <a:lnSpc>
                <a:spcPts val="1950"/>
              </a:lnSpc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Database </a:t>
            </a:r>
            <a:r>
              <a:rPr dirty="0" sz="1800" spc="-55">
                <a:solidFill>
                  <a:srgbClr val="FFFFFF"/>
                </a:solidFill>
                <a:latin typeface="Trebuchet MS"/>
                <a:cs typeface="Trebuchet MS"/>
              </a:rPr>
              <a:t>Interaction</a:t>
            </a:r>
            <a:endParaRPr sz="1800">
              <a:latin typeface="Trebuchet MS"/>
              <a:cs typeface="Trebuchet MS"/>
            </a:endParaRPr>
          </a:p>
          <a:p>
            <a:pPr algn="ctr" marL="516890" marR="506730">
              <a:lnSpc>
                <a:spcPts val="6890"/>
              </a:lnSpc>
            </a:pPr>
            <a:r>
              <a:rPr dirty="0" sz="1800" spc="-10">
                <a:solidFill>
                  <a:srgbClr val="FFFFFF"/>
                </a:solidFill>
                <a:latin typeface="Trebuchet MS"/>
                <a:cs typeface="Trebuchet MS"/>
              </a:rPr>
              <a:t>Response Output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3071825" y="538733"/>
            <a:ext cx="867410" cy="677545"/>
          </a:xfrm>
          <a:custGeom>
            <a:avLst/>
            <a:gdLst/>
            <a:ahLst/>
            <a:cxnLst/>
            <a:rect l="l" t="t" r="r" b="b"/>
            <a:pathLst>
              <a:path w="867410" h="677544">
                <a:moveTo>
                  <a:pt x="508812" y="291414"/>
                </a:moveTo>
                <a:lnTo>
                  <a:pt x="506780" y="280885"/>
                </a:lnTo>
                <a:lnTo>
                  <a:pt x="500684" y="271589"/>
                </a:lnTo>
                <a:lnTo>
                  <a:pt x="447382" y="218274"/>
                </a:lnTo>
                <a:lnTo>
                  <a:pt x="480707" y="184950"/>
                </a:lnTo>
                <a:lnTo>
                  <a:pt x="414045" y="118313"/>
                </a:lnTo>
                <a:lnTo>
                  <a:pt x="374154" y="90271"/>
                </a:lnTo>
                <a:lnTo>
                  <a:pt x="328422" y="77609"/>
                </a:lnTo>
                <a:lnTo>
                  <a:pt x="281076" y="80772"/>
                </a:lnTo>
                <a:lnTo>
                  <a:pt x="236334" y="100164"/>
                </a:lnTo>
                <a:lnTo>
                  <a:pt x="214477" y="77546"/>
                </a:lnTo>
                <a:lnTo>
                  <a:pt x="175323" y="44602"/>
                </a:lnTo>
                <a:lnTo>
                  <a:pt x="130848" y="20294"/>
                </a:lnTo>
                <a:lnTo>
                  <a:pt x="82461" y="5232"/>
                </a:lnTo>
                <a:lnTo>
                  <a:pt x="31546" y="0"/>
                </a:lnTo>
                <a:lnTo>
                  <a:pt x="0" y="0"/>
                </a:lnTo>
                <a:lnTo>
                  <a:pt x="0" y="56540"/>
                </a:lnTo>
                <a:lnTo>
                  <a:pt x="31546" y="56540"/>
                </a:lnTo>
                <a:lnTo>
                  <a:pt x="71158" y="60604"/>
                </a:lnTo>
                <a:lnTo>
                  <a:pt x="108813" y="72326"/>
                </a:lnTo>
                <a:lnTo>
                  <a:pt x="143408" y="91224"/>
                </a:lnTo>
                <a:lnTo>
                  <a:pt x="173875" y="116865"/>
                </a:lnTo>
                <a:lnTo>
                  <a:pt x="196329" y="140093"/>
                </a:lnTo>
                <a:lnTo>
                  <a:pt x="176733" y="184886"/>
                </a:lnTo>
                <a:lnTo>
                  <a:pt x="173456" y="232333"/>
                </a:lnTo>
                <a:lnTo>
                  <a:pt x="186080" y="278206"/>
                </a:lnTo>
                <a:lnTo>
                  <a:pt x="214172" y="318223"/>
                </a:lnTo>
                <a:lnTo>
                  <a:pt x="280758" y="384886"/>
                </a:lnTo>
                <a:lnTo>
                  <a:pt x="314083" y="351561"/>
                </a:lnTo>
                <a:lnTo>
                  <a:pt x="367398" y="404876"/>
                </a:lnTo>
                <a:lnTo>
                  <a:pt x="376809" y="411010"/>
                </a:lnTo>
                <a:lnTo>
                  <a:pt x="387464" y="412991"/>
                </a:lnTo>
                <a:lnTo>
                  <a:pt x="398081" y="410845"/>
                </a:lnTo>
                <a:lnTo>
                  <a:pt x="407390" y="404558"/>
                </a:lnTo>
                <a:lnTo>
                  <a:pt x="413473" y="395262"/>
                </a:lnTo>
                <a:lnTo>
                  <a:pt x="415505" y="384721"/>
                </a:lnTo>
                <a:lnTo>
                  <a:pt x="413486" y="374192"/>
                </a:lnTo>
                <a:lnTo>
                  <a:pt x="407390" y="364896"/>
                </a:lnTo>
                <a:lnTo>
                  <a:pt x="354063" y="311581"/>
                </a:lnTo>
                <a:lnTo>
                  <a:pt x="407390" y="258267"/>
                </a:lnTo>
                <a:lnTo>
                  <a:pt x="460717" y="311581"/>
                </a:lnTo>
                <a:lnTo>
                  <a:pt x="470115" y="317715"/>
                </a:lnTo>
                <a:lnTo>
                  <a:pt x="480771" y="319697"/>
                </a:lnTo>
                <a:lnTo>
                  <a:pt x="491401" y="317538"/>
                </a:lnTo>
                <a:lnTo>
                  <a:pt x="500697" y="311251"/>
                </a:lnTo>
                <a:lnTo>
                  <a:pt x="506793" y="301955"/>
                </a:lnTo>
                <a:lnTo>
                  <a:pt x="508812" y="291414"/>
                </a:lnTo>
                <a:close/>
              </a:path>
              <a:path w="867410" h="677544">
                <a:moveTo>
                  <a:pt x="867156" y="620509"/>
                </a:moveTo>
                <a:lnTo>
                  <a:pt x="836104" y="620509"/>
                </a:lnTo>
                <a:lnTo>
                  <a:pt x="798118" y="616889"/>
                </a:lnTo>
                <a:lnTo>
                  <a:pt x="761860" y="606145"/>
                </a:lnTo>
                <a:lnTo>
                  <a:pt x="728319" y="588670"/>
                </a:lnTo>
                <a:lnTo>
                  <a:pt x="698500" y="564857"/>
                </a:lnTo>
                <a:lnTo>
                  <a:pt x="672719" y="539915"/>
                </a:lnTo>
                <a:lnTo>
                  <a:pt x="692099" y="495173"/>
                </a:lnTo>
                <a:lnTo>
                  <a:pt x="695248" y="447840"/>
                </a:lnTo>
                <a:lnTo>
                  <a:pt x="682586" y="402107"/>
                </a:lnTo>
                <a:lnTo>
                  <a:pt x="654558" y="362216"/>
                </a:lnTo>
                <a:lnTo>
                  <a:pt x="587921" y="295567"/>
                </a:lnTo>
                <a:lnTo>
                  <a:pt x="387985" y="495515"/>
                </a:lnTo>
                <a:lnTo>
                  <a:pt x="454634" y="562152"/>
                </a:lnTo>
                <a:lnTo>
                  <a:pt x="494652" y="590232"/>
                </a:lnTo>
                <a:lnTo>
                  <a:pt x="540524" y="602843"/>
                </a:lnTo>
                <a:lnTo>
                  <a:pt x="587984" y="599567"/>
                </a:lnTo>
                <a:lnTo>
                  <a:pt x="632777" y="579970"/>
                </a:lnTo>
                <a:lnTo>
                  <a:pt x="659168" y="605510"/>
                </a:lnTo>
                <a:lnTo>
                  <a:pt x="697509" y="636117"/>
                </a:lnTo>
                <a:lnTo>
                  <a:pt x="740638" y="658596"/>
                </a:lnTo>
                <a:lnTo>
                  <a:pt x="787260" y="672414"/>
                </a:lnTo>
                <a:lnTo>
                  <a:pt x="836104" y="677062"/>
                </a:lnTo>
                <a:lnTo>
                  <a:pt x="867156" y="677062"/>
                </a:lnTo>
                <a:lnTo>
                  <a:pt x="867156" y="6205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17575" y="4860925"/>
            <a:ext cx="2748915" cy="8839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00" spc="-365" b="1">
                <a:solidFill>
                  <a:srgbClr val="FFFFFF"/>
                </a:solidFill>
                <a:latin typeface="Trebuchet MS"/>
                <a:cs typeface="Trebuchet MS"/>
              </a:rPr>
              <a:t>Frontend</a:t>
            </a:r>
            <a:endParaRPr sz="5600">
              <a:latin typeface="Trebuchet MS"/>
              <a:cs typeface="Trebuchet MS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0"/>
            <a:ext cx="12192000" cy="6781800"/>
            <a:chOff x="0" y="0"/>
            <a:chExt cx="12192000" cy="67818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301" cy="40051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40051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0" y="0"/>
              <a:ext cx="12192000" cy="4000500"/>
            </a:xfrm>
            <a:custGeom>
              <a:avLst/>
              <a:gdLst/>
              <a:ahLst/>
              <a:cxnLst/>
              <a:rect l="l" t="t" r="r" b="b"/>
              <a:pathLst>
                <a:path w="12192000" h="4000500">
                  <a:moveTo>
                    <a:pt x="12192000" y="0"/>
                  </a:moveTo>
                  <a:lnTo>
                    <a:pt x="0" y="0"/>
                  </a:lnTo>
                  <a:lnTo>
                    <a:pt x="0" y="3999483"/>
                  </a:lnTo>
                  <a:lnTo>
                    <a:pt x="4591050" y="3847592"/>
                  </a:lnTo>
                  <a:lnTo>
                    <a:pt x="12192000" y="40005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14117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514661"/>
              <a:ext cx="12187301" cy="77628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514661"/>
              <a:ext cx="12192000" cy="77628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524250"/>
              <a:ext cx="12192000" cy="7620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7175" y="247650"/>
              <a:ext cx="3390900" cy="4191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19800" y="4286248"/>
              <a:ext cx="5562600" cy="24955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29150" y="247650"/>
              <a:ext cx="6953250" cy="31527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CEA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36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Backend(CI/CD)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9075" y="180975"/>
            <a:ext cx="7296150" cy="32480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9575" y="3629025"/>
            <a:ext cx="9648825" cy="3038475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3214306" y="1604200"/>
            <a:ext cx="716280" cy="716280"/>
          </a:xfrm>
          <a:custGeom>
            <a:avLst/>
            <a:gdLst/>
            <a:ahLst/>
            <a:cxnLst/>
            <a:rect l="l" t="t" r="r" b="b"/>
            <a:pathLst>
              <a:path w="716279" h="716280">
                <a:moveTo>
                  <a:pt x="382993" y="188353"/>
                </a:moveTo>
                <a:lnTo>
                  <a:pt x="379603" y="188175"/>
                </a:lnTo>
                <a:lnTo>
                  <a:pt x="368642" y="197243"/>
                </a:lnTo>
                <a:lnTo>
                  <a:pt x="357339" y="205879"/>
                </a:lnTo>
                <a:lnTo>
                  <a:pt x="322237" y="228536"/>
                </a:lnTo>
                <a:lnTo>
                  <a:pt x="285546" y="244487"/>
                </a:lnTo>
                <a:lnTo>
                  <a:pt x="285546" y="262420"/>
                </a:lnTo>
                <a:lnTo>
                  <a:pt x="326021" y="243725"/>
                </a:lnTo>
                <a:lnTo>
                  <a:pt x="361162" y="218706"/>
                </a:lnTo>
                <a:lnTo>
                  <a:pt x="361315" y="505650"/>
                </a:lnTo>
                <a:lnTo>
                  <a:pt x="382993" y="505650"/>
                </a:lnTo>
                <a:lnTo>
                  <a:pt x="382993" y="188353"/>
                </a:lnTo>
                <a:close/>
              </a:path>
              <a:path w="716279" h="716280">
                <a:moveTo>
                  <a:pt x="715937" y="357962"/>
                </a:moveTo>
                <a:lnTo>
                  <a:pt x="712698" y="309397"/>
                </a:lnTo>
                <a:lnTo>
                  <a:pt x="703199" y="262826"/>
                </a:lnTo>
                <a:lnTo>
                  <a:pt x="697090" y="245224"/>
                </a:lnTo>
                <a:lnTo>
                  <a:pt x="697090" y="357962"/>
                </a:lnTo>
                <a:lnTo>
                  <a:pt x="693991" y="403961"/>
                </a:lnTo>
                <a:lnTo>
                  <a:pt x="684974" y="448094"/>
                </a:lnTo>
                <a:lnTo>
                  <a:pt x="670445" y="489940"/>
                </a:lnTo>
                <a:lnTo>
                  <a:pt x="650786" y="529107"/>
                </a:lnTo>
                <a:lnTo>
                  <a:pt x="626427" y="565162"/>
                </a:lnTo>
                <a:lnTo>
                  <a:pt x="597763" y="597738"/>
                </a:lnTo>
                <a:lnTo>
                  <a:pt x="565200" y="626402"/>
                </a:lnTo>
                <a:lnTo>
                  <a:pt x="529132" y="650760"/>
                </a:lnTo>
                <a:lnTo>
                  <a:pt x="489966" y="670407"/>
                </a:lnTo>
                <a:lnTo>
                  <a:pt x="448119" y="684936"/>
                </a:lnTo>
                <a:lnTo>
                  <a:pt x="403987" y="693953"/>
                </a:lnTo>
                <a:lnTo>
                  <a:pt x="357962" y="697052"/>
                </a:lnTo>
                <a:lnTo>
                  <a:pt x="311950" y="693953"/>
                </a:lnTo>
                <a:lnTo>
                  <a:pt x="267804" y="684936"/>
                </a:lnTo>
                <a:lnTo>
                  <a:pt x="225958" y="670407"/>
                </a:lnTo>
                <a:lnTo>
                  <a:pt x="186804" y="650760"/>
                </a:lnTo>
                <a:lnTo>
                  <a:pt x="150736" y="626402"/>
                </a:lnTo>
                <a:lnTo>
                  <a:pt x="118173" y="597738"/>
                </a:lnTo>
                <a:lnTo>
                  <a:pt x="89509" y="565162"/>
                </a:lnTo>
                <a:lnTo>
                  <a:pt x="65151" y="529107"/>
                </a:lnTo>
                <a:lnTo>
                  <a:pt x="45491" y="489940"/>
                </a:lnTo>
                <a:lnTo>
                  <a:pt x="30962" y="448094"/>
                </a:lnTo>
                <a:lnTo>
                  <a:pt x="21945" y="403961"/>
                </a:lnTo>
                <a:lnTo>
                  <a:pt x="18846" y="357962"/>
                </a:lnTo>
                <a:lnTo>
                  <a:pt x="21983" y="311950"/>
                </a:lnTo>
                <a:lnTo>
                  <a:pt x="31038" y="267843"/>
                </a:lnTo>
                <a:lnTo>
                  <a:pt x="45593" y="226021"/>
                </a:lnTo>
                <a:lnTo>
                  <a:pt x="65265" y="186880"/>
                </a:lnTo>
                <a:lnTo>
                  <a:pt x="89623" y="150837"/>
                </a:lnTo>
                <a:lnTo>
                  <a:pt x="118287" y="118275"/>
                </a:lnTo>
                <a:lnTo>
                  <a:pt x="150837" y="89611"/>
                </a:lnTo>
                <a:lnTo>
                  <a:pt x="186893" y="65252"/>
                </a:lnTo>
                <a:lnTo>
                  <a:pt x="226034" y="45593"/>
                </a:lnTo>
                <a:lnTo>
                  <a:pt x="267855" y="31038"/>
                </a:lnTo>
                <a:lnTo>
                  <a:pt x="311962" y="21983"/>
                </a:lnTo>
                <a:lnTo>
                  <a:pt x="357962" y="18846"/>
                </a:lnTo>
                <a:lnTo>
                  <a:pt x="404672" y="21983"/>
                </a:lnTo>
                <a:lnTo>
                  <a:pt x="404202" y="21983"/>
                </a:lnTo>
                <a:lnTo>
                  <a:pt x="448513" y="31038"/>
                </a:lnTo>
                <a:lnTo>
                  <a:pt x="448348" y="31038"/>
                </a:lnTo>
                <a:lnTo>
                  <a:pt x="490169" y="45593"/>
                </a:lnTo>
                <a:lnTo>
                  <a:pt x="529297" y="65252"/>
                </a:lnTo>
                <a:lnTo>
                  <a:pt x="565327" y="89623"/>
                </a:lnTo>
                <a:lnTo>
                  <a:pt x="597865" y="118275"/>
                </a:lnTo>
                <a:lnTo>
                  <a:pt x="626503" y="150837"/>
                </a:lnTo>
                <a:lnTo>
                  <a:pt x="650836" y="186880"/>
                </a:lnTo>
                <a:lnTo>
                  <a:pt x="670458" y="226021"/>
                </a:lnTo>
                <a:lnTo>
                  <a:pt x="684987" y="267843"/>
                </a:lnTo>
                <a:lnTo>
                  <a:pt x="693991" y="311950"/>
                </a:lnTo>
                <a:lnTo>
                  <a:pt x="697090" y="357962"/>
                </a:lnTo>
                <a:lnTo>
                  <a:pt x="697090" y="245224"/>
                </a:lnTo>
                <a:lnTo>
                  <a:pt x="667169" y="177342"/>
                </a:lnTo>
                <a:lnTo>
                  <a:pt x="641477" y="139280"/>
                </a:lnTo>
                <a:lnTo>
                  <a:pt x="611251" y="104902"/>
                </a:lnTo>
                <a:lnTo>
                  <a:pt x="576897" y="74650"/>
                </a:lnTo>
                <a:lnTo>
                  <a:pt x="538861" y="48920"/>
                </a:lnTo>
                <a:lnTo>
                  <a:pt x="497547" y="28168"/>
                </a:lnTo>
                <a:lnTo>
                  <a:pt x="470725" y="18846"/>
                </a:lnTo>
                <a:lnTo>
                  <a:pt x="453402" y="12814"/>
                </a:lnTo>
                <a:lnTo>
                  <a:pt x="406844" y="3289"/>
                </a:lnTo>
                <a:lnTo>
                  <a:pt x="358292" y="0"/>
                </a:lnTo>
                <a:lnTo>
                  <a:pt x="357962" y="0"/>
                </a:lnTo>
                <a:lnTo>
                  <a:pt x="309092" y="3289"/>
                </a:lnTo>
                <a:lnTo>
                  <a:pt x="309295" y="3289"/>
                </a:lnTo>
                <a:lnTo>
                  <a:pt x="262699" y="12814"/>
                </a:lnTo>
                <a:lnTo>
                  <a:pt x="218528" y="28168"/>
                </a:lnTo>
                <a:lnTo>
                  <a:pt x="177203" y="48920"/>
                </a:lnTo>
                <a:lnTo>
                  <a:pt x="139141" y="74637"/>
                </a:lnTo>
                <a:lnTo>
                  <a:pt x="104787" y="104902"/>
                </a:lnTo>
                <a:lnTo>
                  <a:pt x="74536" y="139280"/>
                </a:lnTo>
                <a:lnTo>
                  <a:pt x="48831" y="177342"/>
                </a:lnTo>
                <a:lnTo>
                  <a:pt x="28105" y="218668"/>
                </a:lnTo>
                <a:lnTo>
                  <a:pt x="12776" y="262826"/>
                </a:lnTo>
                <a:lnTo>
                  <a:pt x="3263" y="309397"/>
                </a:lnTo>
                <a:lnTo>
                  <a:pt x="0" y="357962"/>
                </a:lnTo>
                <a:lnTo>
                  <a:pt x="3263" y="406527"/>
                </a:lnTo>
                <a:lnTo>
                  <a:pt x="12788" y="453110"/>
                </a:lnTo>
                <a:lnTo>
                  <a:pt x="28130" y="497281"/>
                </a:lnTo>
                <a:lnTo>
                  <a:pt x="48869" y="538619"/>
                </a:lnTo>
                <a:lnTo>
                  <a:pt x="74587" y="576681"/>
                </a:lnTo>
                <a:lnTo>
                  <a:pt x="104838" y="611060"/>
                </a:lnTo>
                <a:lnTo>
                  <a:pt x="139217" y="641324"/>
                </a:lnTo>
                <a:lnTo>
                  <a:pt x="177292" y="667029"/>
                </a:lnTo>
                <a:lnTo>
                  <a:pt x="218630" y="687768"/>
                </a:lnTo>
                <a:lnTo>
                  <a:pt x="262801" y="703122"/>
                </a:lnTo>
                <a:lnTo>
                  <a:pt x="309397" y="712635"/>
                </a:lnTo>
                <a:lnTo>
                  <a:pt x="357962" y="715899"/>
                </a:lnTo>
                <a:lnTo>
                  <a:pt x="406539" y="712635"/>
                </a:lnTo>
                <a:lnTo>
                  <a:pt x="453123" y="703122"/>
                </a:lnTo>
                <a:lnTo>
                  <a:pt x="470585" y="697052"/>
                </a:lnTo>
                <a:lnTo>
                  <a:pt x="497306" y="687768"/>
                </a:lnTo>
                <a:lnTo>
                  <a:pt x="538645" y="667029"/>
                </a:lnTo>
                <a:lnTo>
                  <a:pt x="576707" y="641324"/>
                </a:lnTo>
                <a:lnTo>
                  <a:pt x="611098" y="611060"/>
                </a:lnTo>
                <a:lnTo>
                  <a:pt x="641350" y="576681"/>
                </a:lnTo>
                <a:lnTo>
                  <a:pt x="667067" y="538619"/>
                </a:lnTo>
                <a:lnTo>
                  <a:pt x="687806" y="497281"/>
                </a:lnTo>
                <a:lnTo>
                  <a:pt x="703148" y="453110"/>
                </a:lnTo>
                <a:lnTo>
                  <a:pt x="712673" y="406527"/>
                </a:lnTo>
                <a:lnTo>
                  <a:pt x="715937" y="3579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339006" y="4890325"/>
            <a:ext cx="716280" cy="716280"/>
          </a:xfrm>
          <a:custGeom>
            <a:avLst/>
            <a:gdLst/>
            <a:ahLst/>
            <a:cxnLst/>
            <a:rect l="l" t="t" r="r" b="b"/>
            <a:pathLst>
              <a:path w="716279" h="716279">
                <a:moveTo>
                  <a:pt x="445770" y="486867"/>
                </a:moveTo>
                <a:lnTo>
                  <a:pt x="288048" y="486867"/>
                </a:lnTo>
                <a:lnTo>
                  <a:pt x="288163" y="478764"/>
                </a:lnTo>
                <a:lnTo>
                  <a:pt x="299808" y="440613"/>
                </a:lnTo>
                <a:lnTo>
                  <a:pt x="327152" y="412508"/>
                </a:lnTo>
                <a:lnTo>
                  <a:pt x="381939" y="371487"/>
                </a:lnTo>
                <a:lnTo>
                  <a:pt x="396417" y="359511"/>
                </a:lnTo>
                <a:lnTo>
                  <a:pt x="424053" y="327685"/>
                </a:lnTo>
                <a:lnTo>
                  <a:pt x="438200" y="288124"/>
                </a:lnTo>
                <a:lnTo>
                  <a:pt x="439356" y="270217"/>
                </a:lnTo>
                <a:lnTo>
                  <a:pt x="439115" y="262432"/>
                </a:lnTo>
                <a:lnTo>
                  <a:pt x="424713" y="221437"/>
                </a:lnTo>
                <a:lnTo>
                  <a:pt x="391566" y="196989"/>
                </a:lnTo>
                <a:lnTo>
                  <a:pt x="369722" y="191922"/>
                </a:lnTo>
                <a:lnTo>
                  <a:pt x="365023" y="190919"/>
                </a:lnTo>
                <a:lnTo>
                  <a:pt x="357822" y="190195"/>
                </a:lnTo>
                <a:lnTo>
                  <a:pt x="344258" y="190563"/>
                </a:lnTo>
                <a:lnTo>
                  <a:pt x="333222" y="191985"/>
                </a:lnTo>
                <a:lnTo>
                  <a:pt x="293738" y="206806"/>
                </a:lnTo>
                <a:lnTo>
                  <a:pt x="277190" y="218224"/>
                </a:lnTo>
                <a:lnTo>
                  <a:pt x="277190" y="240855"/>
                </a:lnTo>
                <a:lnTo>
                  <a:pt x="284645" y="234556"/>
                </a:lnTo>
                <a:lnTo>
                  <a:pt x="292481" y="228752"/>
                </a:lnTo>
                <a:lnTo>
                  <a:pt x="329666" y="210947"/>
                </a:lnTo>
                <a:lnTo>
                  <a:pt x="351421" y="208318"/>
                </a:lnTo>
                <a:lnTo>
                  <a:pt x="358165" y="208521"/>
                </a:lnTo>
                <a:lnTo>
                  <a:pt x="398894" y="225107"/>
                </a:lnTo>
                <a:lnTo>
                  <a:pt x="415937" y="259321"/>
                </a:lnTo>
                <a:lnTo>
                  <a:pt x="417029" y="273456"/>
                </a:lnTo>
                <a:lnTo>
                  <a:pt x="416814" y="280949"/>
                </a:lnTo>
                <a:lnTo>
                  <a:pt x="403758" y="322173"/>
                </a:lnTo>
                <a:lnTo>
                  <a:pt x="372656" y="356133"/>
                </a:lnTo>
                <a:lnTo>
                  <a:pt x="329438" y="389013"/>
                </a:lnTo>
                <a:lnTo>
                  <a:pt x="311315" y="403237"/>
                </a:lnTo>
                <a:lnTo>
                  <a:pt x="279984" y="436283"/>
                </a:lnTo>
                <a:lnTo>
                  <a:pt x="265849" y="475615"/>
                </a:lnTo>
                <a:lnTo>
                  <a:pt x="264807" y="505650"/>
                </a:lnTo>
                <a:lnTo>
                  <a:pt x="445770" y="505714"/>
                </a:lnTo>
                <a:lnTo>
                  <a:pt x="445770" y="486867"/>
                </a:lnTo>
                <a:close/>
              </a:path>
              <a:path w="716279" h="716279">
                <a:moveTo>
                  <a:pt x="715937" y="357949"/>
                </a:moveTo>
                <a:lnTo>
                  <a:pt x="712698" y="309397"/>
                </a:lnTo>
                <a:lnTo>
                  <a:pt x="703199" y="262826"/>
                </a:lnTo>
                <a:lnTo>
                  <a:pt x="697090" y="245224"/>
                </a:lnTo>
                <a:lnTo>
                  <a:pt x="697090" y="357949"/>
                </a:lnTo>
                <a:lnTo>
                  <a:pt x="693991" y="403961"/>
                </a:lnTo>
                <a:lnTo>
                  <a:pt x="684974" y="448094"/>
                </a:lnTo>
                <a:lnTo>
                  <a:pt x="670445" y="489940"/>
                </a:lnTo>
                <a:lnTo>
                  <a:pt x="650786" y="529094"/>
                </a:lnTo>
                <a:lnTo>
                  <a:pt x="626427" y="565162"/>
                </a:lnTo>
                <a:lnTo>
                  <a:pt x="597763" y="597725"/>
                </a:lnTo>
                <a:lnTo>
                  <a:pt x="565200" y="626389"/>
                </a:lnTo>
                <a:lnTo>
                  <a:pt x="529132" y="650748"/>
                </a:lnTo>
                <a:lnTo>
                  <a:pt x="489966" y="670394"/>
                </a:lnTo>
                <a:lnTo>
                  <a:pt x="448119" y="684936"/>
                </a:lnTo>
                <a:lnTo>
                  <a:pt x="403987" y="693953"/>
                </a:lnTo>
                <a:lnTo>
                  <a:pt x="357962" y="697052"/>
                </a:lnTo>
                <a:lnTo>
                  <a:pt x="311950" y="693953"/>
                </a:lnTo>
                <a:lnTo>
                  <a:pt x="267817" y="684936"/>
                </a:lnTo>
                <a:lnTo>
                  <a:pt x="225958" y="670394"/>
                </a:lnTo>
                <a:lnTo>
                  <a:pt x="186804" y="650748"/>
                </a:lnTo>
                <a:lnTo>
                  <a:pt x="150736" y="626389"/>
                </a:lnTo>
                <a:lnTo>
                  <a:pt x="118173" y="597725"/>
                </a:lnTo>
                <a:lnTo>
                  <a:pt x="89509" y="565162"/>
                </a:lnTo>
                <a:lnTo>
                  <a:pt x="65151" y="529094"/>
                </a:lnTo>
                <a:lnTo>
                  <a:pt x="45504" y="489940"/>
                </a:lnTo>
                <a:lnTo>
                  <a:pt x="30962" y="448094"/>
                </a:lnTo>
                <a:lnTo>
                  <a:pt x="21945" y="403961"/>
                </a:lnTo>
                <a:lnTo>
                  <a:pt x="18846" y="357949"/>
                </a:lnTo>
                <a:lnTo>
                  <a:pt x="21996" y="311950"/>
                </a:lnTo>
                <a:lnTo>
                  <a:pt x="31038" y="267843"/>
                </a:lnTo>
                <a:lnTo>
                  <a:pt x="45605" y="226021"/>
                </a:lnTo>
                <a:lnTo>
                  <a:pt x="65265" y="186880"/>
                </a:lnTo>
                <a:lnTo>
                  <a:pt x="89623" y="150837"/>
                </a:lnTo>
                <a:lnTo>
                  <a:pt x="118287" y="118275"/>
                </a:lnTo>
                <a:lnTo>
                  <a:pt x="150850" y="89611"/>
                </a:lnTo>
                <a:lnTo>
                  <a:pt x="186893" y="65252"/>
                </a:lnTo>
                <a:lnTo>
                  <a:pt x="226034" y="45593"/>
                </a:lnTo>
                <a:lnTo>
                  <a:pt x="267855" y="31038"/>
                </a:lnTo>
                <a:lnTo>
                  <a:pt x="311975" y="21983"/>
                </a:lnTo>
                <a:lnTo>
                  <a:pt x="357962" y="18846"/>
                </a:lnTo>
                <a:lnTo>
                  <a:pt x="404672" y="21983"/>
                </a:lnTo>
                <a:lnTo>
                  <a:pt x="404202" y="21983"/>
                </a:lnTo>
                <a:lnTo>
                  <a:pt x="448513" y="31038"/>
                </a:lnTo>
                <a:lnTo>
                  <a:pt x="448348" y="31038"/>
                </a:lnTo>
                <a:lnTo>
                  <a:pt x="490169" y="45593"/>
                </a:lnTo>
                <a:lnTo>
                  <a:pt x="529297" y="65252"/>
                </a:lnTo>
                <a:lnTo>
                  <a:pt x="565327" y="89611"/>
                </a:lnTo>
                <a:lnTo>
                  <a:pt x="597865" y="118275"/>
                </a:lnTo>
                <a:lnTo>
                  <a:pt x="626503" y="150837"/>
                </a:lnTo>
                <a:lnTo>
                  <a:pt x="650836" y="186880"/>
                </a:lnTo>
                <a:lnTo>
                  <a:pt x="670458" y="226021"/>
                </a:lnTo>
                <a:lnTo>
                  <a:pt x="684987" y="267843"/>
                </a:lnTo>
                <a:lnTo>
                  <a:pt x="693991" y="311950"/>
                </a:lnTo>
                <a:lnTo>
                  <a:pt x="697090" y="357949"/>
                </a:lnTo>
                <a:lnTo>
                  <a:pt x="697090" y="245224"/>
                </a:lnTo>
                <a:lnTo>
                  <a:pt x="667169" y="177342"/>
                </a:lnTo>
                <a:lnTo>
                  <a:pt x="641489" y="139280"/>
                </a:lnTo>
                <a:lnTo>
                  <a:pt x="611251" y="104902"/>
                </a:lnTo>
                <a:lnTo>
                  <a:pt x="576910" y="74637"/>
                </a:lnTo>
                <a:lnTo>
                  <a:pt x="538873" y="48920"/>
                </a:lnTo>
                <a:lnTo>
                  <a:pt x="497560" y="28168"/>
                </a:lnTo>
                <a:lnTo>
                  <a:pt x="470738" y="18846"/>
                </a:lnTo>
                <a:lnTo>
                  <a:pt x="453415" y="12814"/>
                </a:lnTo>
                <a:lnTo>
                  <a:pt x="406844" y="3276"/>
                </a:lnTo>
                <a:lnTo>
                  <a:pt x="358305" y="0"/>
                </a:lnTo>
                <a:lnTo>
                  <a:pt x="357962" y="0"/>
                </a:lnTo>
                <a:lnTo>
                  <a:pt x="309092" y="3276"/>
                </a:lnTo>
                <a:lnTo>
                  <a:pt x="309295" y="3276"/>
                </a:lnTo>
                <a:lnTo>
                  <a:pt x="262699" y="12814"/>
                </a:lnTo>
                <a:lnTo>
                  <a:pt x="218528" y="28168"/>
                </a:lnTo>
                <a:lnTo>
                  <a:pt x="177203" y="48920"/>
                </a:lnTo>
                <a:lnTo>
                  <a:pt x="139153" y="74637"/>
                </a:lnTo>
                <a:lnTo>
                  <a:pt x="104787" y="104902"/>
                </a:lnTo>
                <a:lnTo>
                  <a:pt x="74536" y="139280"/>
                </a:lnTo>
                <a:lnTo>
                  <a:pt x="48844" y="177342"/>
                </a:lnTo>
                <a:lnTo>
                  <a:pt x="28117" y="218668"/>
                </a:lnTo>
                <a:lnTo>
                  <a:pt x="12776" y="262826"/>
                </a:lnTo>
                <a:lnTo>
                  <a:pt x="3263" y="309397"/>
                </a:lnTo>
                <a:lnTo>
                  <a:pt x="0" y="357949"/>
                </a:lnTo>
                <a:lnTo>
                  <a:pt x="3263" y="406514"/>
                </a:lnTo>
                <a:lnTo>
                  <a:pt x="12788" y="453097"/>
                </a:lnTo>
                <a:lnTo>
                  <a:pt x="28130" y="497281"/>
                </a:lnTo>
                <a:lnTo>
                  <a:pt x="48869" y="538607"/>
                </a:lnTo>
                <a:lnTo>
                  <a:pt x="74587" y="576681"/>
                </a:lnTo>
                <a:lnTo>
                  <a:pt x="104838" y="611060"/>
                </a:lnTo>
                <a:lnTo>
                  <a:pt x="139217" y="641311"/>
                </a:lnTo>
                <a:lnTo>
                  <a:pt x="177292" y="667029"/>
                </a:lnTo>
                <a:lnTo>
                  <a:pt x="218630" y="687768"/>
                </a:lnTo>
                <a:lnTo>
                  <a:pt x="262801" y="703110"/>
                </a:lnTo>
                <a:lnTo>
                  <a:pt x="309384" y="712635"/>
                </a:lnTo>
                <a:lnTo>
                  <a:pt x="357962" y="715899"/>
                </a:lnTo>
                <a:lnTo>
                  <a:pt x="406539" y="712635"/>
                </a:lnTo>
                <a:lnTo>
                  <a:pt x="453123" y="703110"/>
                </a:lnTo>
                <a:lnTo>
                  <a:pt x="497306" y="687768"/>
                </a:lnTo>
                <a:lnTo>
                  <a:pt x="538645" y="667029"/>
                </a:lnTo>
                <a:lnTo>
                  <a:pt x="576707" y="641311"/>
                </a:lnTo>
                <a:lnTo>
                  <a:pt x="611085" y="611060"/>
                </a:lnTo>
                <a:lnTo>
                  <a:pt x="641350" y="576681"/>
                </a:lnTo>
                <a:lnTo>
                  <a:pt x="667067" y="538607"/>
                </a:lnTo>
                <a:lnTo>
                  <a:pt x="687806" y="497281"/>
                </a:lnTo>
                <a:lnTo>
                  <a:pt x="703148" y="453097"/>
                </a:lnTo>
                <a:lnTo>
                  <a:pt x="712673" y="406514"/>
                </a:lnTo>
                <a:lnTo>
                  <a:pt x="715937" y="3579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F476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00550"/>
            <a:ext cx="9601200" cy="2095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14525" y="219075"/>
            <a:ext cx="7905750" cy="340042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099414" y="1813739"/>
            <a:ext cx="716280" cy="716280"/>
          </a:xfrm>
          <a:custGeom>
            <a:avLst/>
            <a:gdLst/>
            <a:ahLst/>
            <a:cxnLst/>
            <a:rect l="l" t="t" r="r" b="b"/>
            <a:pathLst>
              <a:path w="716280" h="716280">
                <a:moveTo>
                  <a:pt x="358272" y="0"/>
                </a:moveTo>
                <a:lnTo>
                  <a:pt x="357983" y="0"/>
                </a:lnTo>
                <a:lnTo>
                  <a:pt x="309150" y="3284"/>
                </a:lnTo>
                <a:lnTo>
                  <a:pt x="309323" y="3284"/>
                </a:lnTo>
                <a:lnTo>
                  <a:pt x="262727" y="12816"/>
                </a:lnTo>
                <a:lnTo>
                  <a:pt x="218556" y="28170"/>
                </a:lnTo>
                <a:lnTo>
                  <a:pt x="177229" y="48918"/>
                </a:lnTo>
                <a:lnTo>
                  <a:pt x="139170" y="74634"/>
                </a:lnTo>
                <a:lnTo>
                  <a:pt x="104804" y="104892"/>
                </a:lnTo>
                <a:lnTo>
                  <a:pt x="74556" y="139265"/>
                </a:lnTo>
                <a:lnTo>
                  <a:pt x="48853" y="177327"/>
                </a:lnTo>
                <a:lnTo>
                  <a:pt x="28120" y="218651"/>
                </a:lnTo>
                <a:lnTo>
                  <a:pt x="12783" y="262812"/>
                </a:lnTo>
                <a:lnTo>
                  <a:pt x="3267" y="309382"/>
                </a:lnTo>
                <a:lnTo>
                  <a:pt x="0" y="357973"/>
                </a:lnTo>
                <a:lnTo>
                  <a:pt x="3270" y="406546"/>
                </a:lnTo>
                <a:lnTo>
                  <a:pt x="12791" y="453133"/>
                </a:lnTo>
                <a:lnTo>
                  <a:pt x="28138" y="497307"/>
                </a:lnTo>
                <a:lnTo>
                  <a:pt x="48882" y="538642"/>
                </a:lnTo>
                <a:lnTo>
                  <a:pt x="74599" y="576710"/>
                </a:lnTo>
                <a:lnTo>
                  <a:pt x="104860" y="611086"/>
                </a:lnTo>
                <a:lnTo>
                  <a:pt x="139241" y="641344"/>
                </a:lnTo>
                <a:lnTo>
                  <a:pt x="177313" y="667056"/>
                </a:lnTo>
                <a:lnTo>
                  <a:pt x="218652" y="687796"/>
                </a:lnTo>
                <a:lnTo>
                  <a:pt x="262831" y="703138"/>
                </a:lnTo>
                <a:lnTo>
                  <a:pt x="309433" y="712656"/>
                </a:lnTo>
                <a:lnTo>
                  <a:pt x="357971" y="715923"/>
                </a:lnTo>
                <a:lnTo>
                  <a:pt x="406547" y="712656"/>
                </a:lnTo>
                <a:lnTo>
                  <a:pt x="453136" y="703138"/>
                </a:lnTo>
                <a:lnTo>
                  <a:pt x="497313" y="687796"/>
                </a:lnTo>
                <a:lnTo>
                  <a:pt x="538651" y="667056"/>
                </a:lnTo>
                <a:lnTo>
                  <a:pt x="576722" y="641344"/>
                </a:lnTo>
                <a:lnTo>
                  <a:pt x="611101" y="611086"/>
                </a:lnTo>
                <a:lnTo>
                  <a:pt x="641361" y="576710"/>
                </a:lnTo>
                <a:lnTo>
                  <a:pt x="667076" y="538642"/>
                </a:lnTo>
                <a:lnTo>
                  <a:pt x="676250" y="520359"/>
                </a:lnTo>
                <a:lnTo>
                  <a:pt x="339534" y="520359"/>
                </a:lnTo>
                <a:lnTo>
                  <a:pt x="327499" y="520122"/>
                </a:lnTo>
                <a:lnTo>
                  <a:pt x="281820" y="514124"/>
                </a:lnTo>
                <a:lnTo>
                  <a:pt x="253788" y="455226"/>
                </a:lnTo>
                <a:lnTo>
                  <a:pt x="401887" y="455226"/>
                </a:lnTo>
                <a:lnTo>
                  <a:pt x="402295" y="454611"/>
                </a:lnTo>
                <a:lnTo>
                  <a:pt x="405387" y="448703"/>
                </a:lnTo>
                <a:lnTo>
                  <a:pt x="407555" y="442437"/>
                </a:lnTo>
                <a:lnTo>
                  <a:pt x="408771" y="435921"/>
                </a:lnTo>
                <a:lnTo>
                  <a:pt x="408891" y="426185"/>
                </a:lnTo>
                <a:lnTo>
                  <a:pt x="408751" y="422446"/>
                </a:lnTo>
                <a:lnTo>
                  <a:pt x="384764" y="385607"/>
                </a:lnTo>
                <a:lnTo>
                  <a:pt x="341099" y="373344"/>
                </a:lnTo>
                <a:lnTo>
                  <a:pt x="295109" y="372613"/>
                </a:lnTo>
                <a:lnTo>
                  <a:pt x="295109" y="332563"/>
                </a:lnTo>
                <a:lnTo>
                  <a:pt x="337668" y="331908"/>
                </a:lnTo>
                <a:lnTo>
                  <a:pt x="376017" y="320512"/>
                </a:lnTo>
                <a:lnTo>
                  <a:pt x="397093" y="288128"/>
                </a:lnTo>
                <a:lnTo>
                  <a:pt x="396829" y="279670"/>
                </a:lnTo>
                <a:lnTo>
                  <a:pt x="397143" y="271980"/>
                </a:lnTo>
                <a:lnTo>
                  <a:pt x="395358" y="264352"/>
                </a:lnTo>
                <a:lnTo>
                  <a:pt x="391937" y="258081"/>
                </a:lnTo>
                <a:lnTo>
                  <a:pt x="267210" y="258081"/>
                </a:lnTo>
                <a:lnTo>
                  <a:pt x="267210" y="213670"/>
                </a:lnTo>
                <a:lnTo>
                  <a:pt x="304396" y="200061"/>
                </a:lnTo>
                <a:lnTo>
                  <a:pt x="325495" y="196642"/>
                </a:lnTo>
                <a:lnTo>
                  <a:pt x="325292" y="196642"/>
                </a:lnTo>
                <a:lnTo>
                  <a:pt x="336212" y="195795"/>
                </a:lnTo>
                <a:lnTo>
                  <a:pt x="335312" y="195795"/>
                </a:lnTo>
                <a:lnTo>
                  <a:pt x="347414" y="195524"/>
                </a:lnTo>
                <a:lnTo>
                  <a:pt x="676290" y="195524"/>
                </a:lnTo>
                <a:lnTo>
                  <a:pt x="667168" y="177327"/>
                </a:lnTo>
                <a:lnTo>
                  <a:pt x="641480" y="139265"/>
                </a:lnTo>
                <a:lnTo>
                  <a:pt x="611247" y="104892"/>
                </a:lnTo>
                <a:lnTo>
                  <a:pt x="576896" y="74634"/>
                </a:lnTo>
                <a:lnTo>
                  <a:pt x="538852" y="48918"/>
                </a:lnTo>
                <a:lnTo>
                  <a:pt x="497541" y="28170"/>
                </a:lnTo>
                <a:lnTo>
                  <a:pt x="453390" y="12817"/>
                </a:lnTo>
                <a:lnTo>
                  <a:pt x="406825" y="3284"/>
                </a:lnTo>
                <a:lnTo>
                  <a:pt x="358272" y="0"/>
                </a:lnTo>
                <a:close/>
              </a:path>
              <a:path w="716280" h="716280">
                <a:moveTo>
                  <a:pt x="676290" y="195524"/>
                </a:moveTo>
                <a:lnTo>
                  <a:pt x="347414" y="195524"/>
                </a:lnTo>
                <a:lnTo>
                  <a:pt x="357090" y="195795"/>
                </a:lnTo>
                <a:lnTo>
                  <a:pt x="366722" y="196642"/>
                </a:lnTo>
                <a:lnTo>
                  <a:pt x="410971" y="209458"/>
                </a:lnTo>
                <a:lnTo>
                  <a:pt x="441757" y="237761"/>
                </a:lnTo>
                <a:lnTo>
                  <a:pt x="450347" y="271980"/>
                </a:lnTo>
                <a:lnTo>
                  <a:pt x="449591" y="285816"/>
                </a:lnTo>
                <a:lnTo>
                  <a:pt x="432369" y="323201"/>
                </a:lnTo>
                <a:lnTo>
                  <a:pt x="396893" y="346585"/>
                </a:lnTo>
                <a:lnTo>
                  <a:pt x="383080" y="350421"/>
                </a:lnTo>
                <a:lnTo>
                  <a:pt x="390700" y="351489"/>
                </a:lnTo>
                <a:lnTo>
                  <a:pt x="432454" y="369025"/>
                </a:lnTo>
                <a:lnTo>
                  <a:pt x="458917" y="403915"/>
                </a:lnTo>
                <a:lnTo>
                  <a:pt x="462593" y="426185"/>
                </a:lnTo>
                <a:lnTo>
                  <a:pt x="462160" y="435921"/>
                </a:lnTo>
                <a:lnTo>
                  <a:pt x="462122" y="436771"/>
                </a:lnTo>
                <a:lnTo>
                  <a:pt x="460295" y="447162"/>
                </a:lnTo>
                <a:lnTo>
                  <a:pt x="457141" y="457227"/>
                </a:lnTo>
                <a:lnTo>
                  <a:pt x="452789" y="466624"/>
                </a:lnTo>
                <a:lnTo>
                  <a:pt x="452690" y="466838"/>
                </a:lnTo>
                <a:lnTo>
                  <a:pt x="425922" y="496257"/>
                </a:lnTo>
                <a:lnTo>
                  <a:pt x="386662" y="514252"/>
                </a:lnTo>
                <a:lnTo>
                  <a:pt x="350352" y="520122"/>
                </a:lnTo>
                <a:lnTo>
                  <a:pt x="347791" y="520122"/>
                </a:lnTo>
                <a:lnTo>
                  <a:pt x="339534" y="520359"/>
                </a:lnTo>
                <a:lnTo>
                  <a:pt x="676250" y="520359"/>
                </a:lnTo>
                <a:lnTo>
                  <a:pt x="703163" y="453134"/>
                </a:lnTo>
                <a:lnTo>
                  <a:pt x="712682" y="406547"/>
                </a:lnTo>
                <a:lnTo>
                  <a:pt x="715950" y="357973"/>
                </a:lnTo>
                <a:lnTo>
                  <a:pt x="712866" y="311830"/>
                </a:lnTo>
                <a:lnTo>
                  <a:pt x="712793" y="310748"/>
                </a:lnTo>
                <a:lnTo>
                  <a:pt x="712702" y="309382"/>
                </a:lnTo>
                <a:lnTo>
                  <a:pt x="703236" y="262966"/>
                </a:lnTo>
                <a:lnTo>
                  <a:pt x="703205" y="262812"/>
                </a:lnTo>
                <a:lnTo>
                  <a:pt x="687973" y="218907"/>
                </a:lnTo>
                <a:lnTo>
                  <a:pt x="687885" y="218652"/>
                </a:lnTo>
                <a:lnTo>
                  <a:pt x="676290" y="195524"/>
                </a:lnTo>
                <a:close/>
              </a:path>
              <a:path w="716280" h="716280">
                <a:moveTo>
                  <a:pt x="401887" y="455226"/>
                </a:moveTo>
                <a:lnTo>
                  <a:pt x="253788" y="455226"/>
                </a:lnTo>
                <a:lnTo>
                  <a:pt x="263486" y="461374"/>
                </a:lnTo>
                <a:lnTo>
                  <a:pt x="273671" y="466624"/>
                </a:lnTo>
                <a:lnTo>
                  <a:pt x="317974" y="478965"/>
                </a:lnTo>
                <a:lnTo>
                  <a:pt x="347916" y="480586"/>
                </a:lnTo>
                <a:lnTo>
                  <a:pt x="355998" y="479794"/>
                </a:lnTo>
                <a:lnTo>
                  <a:pt x="363324" y="478387"/>
                </a:lnTo>
                <a:lnTo>
                  <a:pt x="370923" y="477020"/>
                </a:lnTo>
                <a:lnTo>
                  <a:pt x="378439" y="474328"/>
                </a:lnTo>
                <a:lnTo>
                  <a:pt x="392037" y="466624"/>
                </a:lnTo>
                <a:lnTo>
                  <a:pt x="397972" y="461120"/>
                </a:lnTo>
                <a:lnTo>
                  <a:pt x="401887" y="455226"/>
                </a:lnTo>
                <a:close/>
              </a:path>
              <a:path w="716280" h="716280">
                <a:moveTo>
                  <a:pt x="349048" y="235561"/>
                </a:moveTo>
                <a:lnTo>
                  <a:pt x="304132" y="241191"/>
                </a:lnTo>
                <a:lnTo>
                  <a:pt x="267210" y="258081"/>
                </a:lnTo>
                <a:lnTo>
                  <a:pt x="391937" y="258081"/>
                </a:lnTo>
                <a:lnTo>
                  <a:pt x="355130" y="236190"/>
                </a:lnTo>
                <a:lnTo>
                  <a:pt x="349048" y="2355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51689" y="5090339"/>
            <a:ext cx="716280" cy="716280"/>
            <a:chOff x="251689" y="5090339"/>
            <a:chExt cx="716280" cy="716280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7935" y="5348734"/>
              <a:ext cx="93877" cy="13702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51689" y="5090339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80" h="716279">
                  <a:moveTo>
                    <a:pt x="358297" y="0"/>
                  </a:moveTo>
                  <a:lnTo>
                    <a:pt x="357983" y="0"/>
                  </a:lnTo>
                  <a:lnTo>
                    <a:pt x="309104" y="3287"/>
                  </a:lnTo>
                  <a:lnTo>
                    <a:pt x="309307" y="3287"/>
                  </a:lnTo>
                  <a:lnTo>
                    <a:pt x="262709" y="12823"/>
                  </a:lnTo>
                  <a:lnTo>
                    <a:pt x="218538" y="28179"/>
                  </a:lnTo>
                  <a:lnTo>
                    <a:pt x="177211" y="48930"/>
                  </a:lnTo>
                  <a:lnTo>
                    <a:pt x="139153" y="74649"/>
                  </a:lnTo>
                  <a:lnTo>
                    <a:pt x="104789" y="104909"/>
                  </a:lnTo>
                  <a:lnTo>
                    <a:pt x="74543" y="139284"/>
                  </a:lnTo>
                  <a:lnTo>
                    <a:pt x="48842" y="177348"/>
                  </a:lnTo>
                  <a:lnTo>
                    <a:pt x="28112" y="218675"/>
                  </a:lnTo>
                  <a:lnTo>
                    <a:pt x="12778" y="262836"/>
                  </a:lnTo>
                  <a:lnTo>
                    <a:pt x="3265" y="309407"/>
                  </a:lnTo>
                  <a:lnTo>
                    <a:pt x="0" y="357973"/>
                  </a:lnTo>
                  <a:lnTo>
                    <a:pt x="3270" y="406547"/>
                  </a:lnTo>
                  <a:lnTo>
                    <a:pt x="12791" y="453133"/>
                  </a:lnTo>
                  <a:lnTo>
                    <a:pt x="28138" y="497307"/>
                  </a:lnTo>
                  <a:lnTo>
                    <a:pt x="48882" y="538642"/>
                  </a:lnTo>
                  <a:lnTo>
                    <a:pt x="74599" y="576710"/>
                  </a:lnTo>
                  <a:lnTo>
                    <a:pt x="104860" y="611086"/>
                  </a:lnTo>
                  <a:lnTo>
                    <a:pt x="139241" y="641344"/>
                  </a:lnTo>
                  <a:lnTo>
                    <a:pt x="177313" y="667056"/>
                  </a:lnTo>
                  <a:lnTo>
                    <a:pt x="218652" y="687796"/>
                  </a:lnTo>
                  <a:lnTo>
                    <a:pt x="262831" y="703138"/>
                  </a:lnTo>
                  <a:lnTo>
                    <a:pt x="309433" y="712656"/>
                  </a:lnTo>
                  <a:lnTo>
                    <a:pt x="357971" y="715923"/>
                  </a:lnTo>
                  <a:lnTo>
                    <a:pt x="406547" y="712656"/>
                  </a:lnTo>
                  <a:lnTo>
                    <a:pt x="453136" y="703138"/>
                  </a:lnTo>
                  <a:lnTo>
                    <a:pt x="497313" y="687796"/>
                  </a:lnTo>
                  <a:lnTo>
                    <a:pt x="538651" y="667056"/>
                  </a:lnTo>
                  <a:lnTo>
                    <a:pt x="576722" y="641344"/>
                  </a:lnTo>
                  <a:lnTo>
                    <a:pt x="611101" y="611086"/>
                  </a:lnTo>
                  <a:lnTo>
                    <a:pt x="641361" y="576710"/>
                  </a:lnTo>
                  <a:lnTo>
                    <a:pt x="667076" y="538642"/>
                  </a:lnTo>
                  <a:lnTo>
                    <a:pt x="682393" y="508119"/>
                  </a:lnTo>
                  <a:lnTo>
                    <a:pt x="370123" y="508119"/>
                  </a:lnTo>
                  <a:lnTo>
                    <a:pt x="370123" y="440838"/>
                  </a:lnTo>
                  <a:lnTo>
                    <a:pt x="222722" y="440838"/>
                  </a:lnTo>
                  <a:lnTo>
                    <a:pt x="222722" y="397973"/>
                  </a:lnTo>
                  <a:lnTo>
                    <a:pt x="233615" y="385923"/>
                  </a:lnTo>
                  <a:lnTo>
                    <a:pt x="244392" y="373560"/>
                  </a:lnTo>
                  <a:lnTo>
                    <a:pt x="275927" y="334705"/>
                  </a:lnTo>
                  <a:lnTo>
                    <a:pt x="305037" y="294537"/>
                  </a:lnTo>
                  <a:lnTo>
                    <a:pt x="331241" y="254114"/>
                  </a:lnTo>
                  <a:lnTo>
                    <a:pt x="354224" y="214391"/>
                  </a:lnTo>
                  <a:lnTo>
                    <a:pt x="367308" y="188927"/>
                  </a:lnTo>
                  <a:lnTo>
                    <a:pt x="672989" y="188927"/>
                  </a:lnTo>
                  <a:lnTo>
                    <a:pt x="641500" y="139284"/>
                  </a:lnTo>
                  <a:lnTo>
                    <a:pt x="611269" y="104909"/>
                  </a:lnTo>
                  <a:lnTo>
                    <a:pt x="576919" y="74649"/>
                  </a:lnTo>
                  <a:lnTo>
                    <a:pt x="538876" y="48930"/>
                  </a:lnTo>
                  <a:lnTo>
                    <a:pt x="497566" y="28179"/>
                  </a:lnTo>
                  <a:lnTo>
                    <a:pt x="453415" y="12823"/>
                  </a:lnTo>
                  <a:lnTo>
                    <a:pt x="406850" y="3287"/>
                  </a:lnTo>
                  <a:lnTo>
                    <a:pt x="358297" y="0"/>
                  </a:lnTo>
                  <a:close/>
                </a:path>
                <a:path w="716280" h="716279">
                  <a:moveTo>
                    <a:pt x="672989" y="188927"/>
                  </a:moveTo>
                  <a:lnTo>
                    <a:pt x="424263" y="188927"/>
                  </a:lnTo>
                  <a:lnTo>
                    <a:pt x="424263" y="395459"/>
                  </a:lnTo>
                  <a:lnTo>
                    <a:pt x="467143" y="395459"/>
                  </a:lnTo>
                  <a:lnTo>
                    <a:pt x="467143" y="440838"/>
                  </a:lnTo>
                  <a:lnTo>
                    <a:pt x="424263" y="440838"/>
                  </a:lnTo>
                  <a:lnTo>
                    <a:pt x="424263" y="508119"/>
                  </a:lnTo>
                  <a:lnTo>
                    <a:pt x="682393" y="508119"/>
                  </a:lnTo>
                  <a:lnTo>
                    <a:pt x="687818" y="497307"/>
                  </a:lnTo>
                  <a:lnTo>
                    <a:pt x="703163" y="453133"/>
                  </a:lnTo>
                  <a:lnTo>
                    <a:pt x="712682" y="406547"/>
                  </a:lnTo>
                  <a:lnTo>
                    <a:pt x="715950" y="357973"/>
                  </a:lnTo>
                  <a:lnTo>
                    <a:pt x="712708" y="309407"/>
                  </a:lnTo>
                  <a:lnTo>
                    <a:pt x="703216" y="262836"/>
                  </a:lnTo>
                  <a:lnTo>
                    <a:pt x="687899" y="218675"/>
                  </a:lnTo>
                  <a:lnTo>
                    <a:pt x="672989" y="1889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1E4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2590" y="2689574"/>
            <a:ext cx="3086100" cy="66484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200">
                <a:latin typeface="Verdana"/>
                <a:cs typeface="Verdana"/>
              </a:rPr>
              <a:t>Thank</a:t>
            </a:r>
            <a:r>
              <a:rPr dirty="0" sz="4200" spc="-50">
                <a:latin typeface="Verdana"/>
                <a:cs typeface="Verdana"/>
              </a:rPr>
              <a:t> </a:t>
            </a:r>
            <a:r>
              <a:rPr dirty="0" sz="4200" spc="-325">
                <a:latin typeface="Verdana"/>
                <a:cs typeface="Verdana"/>
              </a:rPr>
              <a:t>You</a:t>
            </a:r>
            <a:endParaRPr sz="4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2026-04-08T05:09:54Z</dcterms:created>
  <dcterms:modified xsi:type="dcterms:W3CDTF">2026-04-08T05:09:54Z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LastSaved">
    <vt:filetime>2026-04-08T00:00:00Z</vt:filetime>
  </property>
</Properties>
</file>